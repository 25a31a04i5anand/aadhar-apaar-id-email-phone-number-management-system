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handoutMasterIdLst>
    <p:handoutMasterId r:id="rId15"/>
  </p:handoutMasterIdLst>
  <p:sldIdLst>
    <p:sldId id="342" r:id="rId5"/>
    <p:sldId id="359" r:id="rId6"/>
    <p:sldId id="375" r:id="rId7"/>
    <p:sldId id="377" r:id="rId8"/>
    <p:sldId id="378" r:id="rId9"/>
    <p:sldId id="380" r:id="rId10"/>
    <p:sldId id="381" r:id="rId11"/>
    <p:sldId id="382" r:id="rId12"/>
    <p:sldId id="38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FBFE"/>
    <a:srgbClr val="000000"/>
    <a:srgbClr val="FFFFFF"/>
    <a:srgbClr val="05202E"/>
    <a:srgbClr val="0515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0A1B5D5-9B99-4C35-A422-299274C8766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43" autoAdjust="0"/>
    <p:restoredTop sz="95388" autoAdjust="0"/>
  </p:normalViewPr>
  <p:slideViewPr>
    <p:cSldViewPr snapToGrid="0" snapToObjects="1" showGuides="1">
      <p:cViewPr>
        <p:scale>
          <a:sx n="100" d="100"/>
          <a:sy n="100" d="100"/>
        </p:scale>
        <p:origin x="58" y="-44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459878-C319-6BF3-52DC-16FA4340A6C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82FA7FC-DFAE-8499-5A3E-AD9648D7FCA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8BFD57-AB0A-470B-A7AF-56DFE7B5174A}" type="datetimeFigureOut">
              <a:rPr lang="en-US" smtClean="0"/>
              <a:t>12/23/25</a:t>
            </a:fld>
            <a:endParaRPr lang="en-US" dirty="0"/>
          </a:p>
        </p:txBody>
      </p:sp>
      <p:sp>
        <p:nvSpPr>
          <p:cNvPr id="4" name="Footer Placeholder 3">
            <a:extLst>
              <a:ext uri="{FF2B5EF4-FFF2-40B4-BE49-F238E27FC236}">
                <a16:creationId xmlns:a16="http://schemas.microsoft.com/office/drawing/2014/main" id="{4C9C12BB-9544-9F9A-BEDA-E71686438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D1E77E4-B9A2-A882-9240-3AE65EE217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D61A1-75D9-49F7-83EB-F5872642613A}" type="slidenum">
              <a:rPr lang="en-US" smtClean="0"/>
              <a:t>‹#›</a:t>
            </a:fld>
            <a:endParaRPr lang="en-US" dirty="0"/>
          </a:p>
        </p:txBody>
      </p:sp>
    </p:spTree>
    <p:extLst>
      <p:ext uri="{BB962C8B-B14F-4D97-AF65-F5344CB8AC3E}">
        <p14:creationId xmlns:p14="http://schemas.microsoft.com/office/powerpoint/2010/main" val="1477327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B3339F-6CEA-4641-BE08-40DAFD6FCF25}" type="datetimeFigureOut">
              <a:rPr lang="en-US" smtClean="0"/>
              <a:t>12/23/25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F75CB5-5666-5049-9AE0-38EFD385C21E}" type="slidenum">
              <a:rPr lang="en-US" smtClean="0"/>
              <a:t>‹#›</a:t>
            </a:fld>
            <a:endParaRPr lang="en-US" dirty="0"/>
          </a:p>
        </p:txBody>
      </p:sp>
    </p:spTree>
    <p:extLst>
      <p:ext uri="{BB962C8B-B14F-4D97-AF65-F5344CB8AC3E}">
        <p14:creationId xmlns:p14="http://schemas.microsoft.com/office/powerpoint/2010/main" val="475562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1</a:t>
            </a:fld>
            <a:endParaRPr lang="en-US" dirty="0"/>
          </a:p>
        </p:txBody>
      </p:sp>
    </p:spTree>
    <p:extLst>
      <p:ext uri="{BB962C8B-B14F-4D97-AF65-F5344CB8AC3E}">
        <p14:creationId xmlns:p14="http://schemas.microsoft.com/office/powerpoint/2010/main" val="15759997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F75CB5-5666-5049-9AE0-38EFD385C21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026738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3</a:t>
            </a:fld>
            <a:endParaRPr lang="en-US" dirty="0"/>
          </a:p>
        </p:txBody>
      </p:sp>
    </p:spTree>
    <p:extLst>
      <p:ext uri="{BB962C8B-B14F-4D97-AF65-F5344CB8AC3E}">
        <p14:creationId xmlns:p14="http://schemas.microsoft.com/office/powerpoint/2010/main" val="29825224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4</a:t>
            </a:fld>
            <a:endParaRPr lang="en-US" dirty="0"/>
          </a:p>
        </p:txBody>
      </p:sp>
    </p:spTree>
    <p:extLst>
      <p:ext uri="{BB962C8B-B14F-4D97-AF65-F5344CB8AC3E}">
        <p14:creationId xmlns:p14="http://schemas.microsoft.com/office/powerpoint/2010/main" val="7124872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5</a:t>
            </a:fld>
            <a:endParaRPr lang="en-US" dirty="0"/>
          </a:p>
        </p:txBody>
      </p:sp>
    </p:spTree>
    <p:extLst>
      <p:ext uri="{BB962C8B-B14F-4D97-AF65-F5344CB8AC3E}">
        <p14:creationId xmlns:p14="http://schemas.microsoft.com/office/powerpoint/2010/main" val="37651255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6</a:t>
            </a:fld>
            <a:endParaRPr lang="en-US" dirty="0"/>
          </a:p>
        </p:txBody>
      </p:sp>
    </p:spTree>
    <p:extLst>
      <p:ext uri="{BB962C8B-B14F-4D97-AF65-F5344CB8AC3E}">
        <p14:creationId xmlns:p14="http://schemas.microsoft.com/office/powerpoint/2010/main" val="8392136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Subtitle">
    <p:bg>
      <p:bgPr>
        <a:gradFill>
          <a:gsLst>
            <a:gs pos="93000">
              <a:schemeClr val="tx2"/>
            </a:gs>
            <a:gs pos="81000">
              <a:schemeClr val="accent6">
                <a:lumMod val="50000"/>
              </a:schemeClr>
            </a:gs>
            <a:gs pos="27000">
              <a:schemeClr val="tx1"/>
            </a:gs>
            <a:gs pos="8000">
              <a:schemeClr val="accent4">
                <a:lumMod val="75000"/>
              </a:schemeClr>
            </a:gs>
            <a:gs pos="0">
              <a:schemeClr val="accent4"/>
            </a:gs>
            <a:gs pos="99000">
              <a:schemeClr val="tx2">
                <a:lumMod val="40000"/>
                <a:lumOff val="60000"/>
              </a:schemeClr>
            </a:gs>
          </a:gsLst>
          <a:lin ang="12600000" scaled="0"/>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BA6450-E291-DC40-F198-C02B485137B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 y="1"/>
            <a:ext cx="12192003" cy="6857999"/>
          </a:xfrm>
          <a:prstGeom prst="rect">
            <a:avLst/>
          </a:prstGeom>
        </p:spPr>
      </p:pic>
      <p:sp>
        <p:nvSpPr>
          <p:cNvPr id="2" name="Title 1">
            <a:extLst>
              <a:ext uri="{FF2B5EF4-FFF2-40B4-BE49-F238E27FC236}">
                <a16:creationId xmlns:a16="http://schemas.microsoft.com/office/drawing/2014/main" id="{3A462FF1-D97D-8505-FE7F-8B2DB411A8B1}"/>
              </a:ext>
            </a:extLst>
          </p:cNvPr>
          <p:cNvSpPr>
            <a:spLocks noGrp="1"/>
          </p:cNvSpPr>
          <p:nvPr>
            <p:ph type="title" hasCustomPrompt="1"/>
          </p:nvPr>
        </p:nvSpPr>
        <p:spPr>
          <a:xfrm>
            <a:off x="0" y="304799"/>
            <a:ext cx="12191998" cy="3215641"/>
          </a:xfrm>
        </p:spPr>
        <p:txBody>
          <a:bodyPr lIns="0" rIns="0" bIns="0" anchor="b" anchorCtr="0">
            <a:noAutofit/>
          </a:bodyPr>
          <a:lstStyle>
            <a:lvl1pPr algn="ctr">
              <a:defRPr sz="6000" kern="1200" cap="all" spc="300" baseline="0">
                <a:solidFill>
                  <a:schemeClr val="accent3">
                    <a:lumMod val="75000"/>
                  </a:schemeClr>
                </a:solidFill>
              </a:defRPr>
            </a:lvl1pPr>
          </a:lstStyle>
          <a:p>
            <a:r>
              <a:rPr lang="en-US" dirty="0"/>
              <a:t>Click to add title</a:t>
            </a:r>
          </a:p>
        </p:txBody>
      </p:sp>
      <p:sp>
        <p:nvSpPr>
          <p:cNvPr id="12" name="Subtitle 2">
            <a:extLst>
              <a:ext uri="{FF2B5EF4-FFF2-40B4-BE49-F238E27FC236}">
                <a16:creationId xmlns:a16="http://schemas.microsoft.com/office/drawing/2014/main" id="{58B9CAE2-F3DD-D6D3-96C8-D947A4117752}"/>
              </a:ext>
            </a:extLst>
          </p:cNvPr>
          <p:cNvSpPr>
            <a:spLocks noGrp="1"/>
          </p:cNvSpPr>
          <p:nvPr>
            <p:ph type="subTitle" idx="1" hasCustomPrompt="1"/>
          </p:nvPr>
        </p:nvSpPr>
        <p:spPr>
          <a:xfrm>
            <a:off x="3" y="3670628"/>
            <a:ext cx="12191997" cy="2577772"/>
          </a:xfrm>
        </p:spPr>
        <p:txBody>
          <a:bodyPr>
            <a:noAutofit/>
          </a:bodyPr>
          <a:lstStyle>
            <a:lvl1pPr marL="0" indent="0" algn="ctr">
              <a:buNone/>
              <a:defRPr sz="3200" b="0" i="0" cap="all" spc="600" baseline="0">
                <a:solidFill>
                  <a:schemeClr val="accent3"/>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4119321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gradFill>
          <a:gsLst>
            <a:gs pos="93000">
              <a:schemeClr val="tx2"/>
            </a:gs>
            <a:gs pos="81000">
              <a:schemeClr val="accent6">
                <a:lumMod val="50000"/>
              </a:schemeClr>
            </a:gs>
            <a:gs pos="27000">
              <a:schemeClr val="tx1"/>
            </a:gs>
            <a:gs pos="8000">
              <a:schemeClr val="accent4">
                <a:lumMod val="75000"/>
              </a:schemeClr>
            </a:gs>
            <a:gs pos="0">
              <a:schemeClr val="accent4"/>
            </a:gs>
            <a:gs pos="99000">
              <a:schemeClr val="tx2">
                <a:lumMod val="40000"/>
                <a:lumOff val="60000"/>
              </a:schemeClr>
            </a:gs>
          </a:gsLst>
          <a:lin ang="12600000" scaled="0"/>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BA6450-E291-DC40-F198-C02B485137B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 y="1"/>
            <a:ext cx="12192003" cy="6857999"/>
          </a:xfrm>
          <a:prstGeom prst="rect">
            <a:avLst/>
          </a:prstGeom>
        </p:spPr>
      </p:pic>
      <p:sp>
        <p:nvSpPr>
          <p:cNvPr id="2" name="Title 1">
            <a:extLst>
              <a:ext uri="{FF2B5EF4-FFF2-40B4-BE49-F238E27FC236}">
                <a16:creationId xmlns:a16="http://schemas.microsoft.com/office/drawing/2014/main" id="{3A462FF1-D97D-8505-FE7F-8B2DB411A8B1}"/>
              </a:ext>
            </a:extLst>
          </p:cNvPr>
          <p:cNvSpPr>
            <a:spLocks noGrp="1"/>
          </p:cNvSpPr>
          <p:nvPr>
            <p:ph type="title" hasCustomPrompt="1"/>
          </p:nvPr>
        </p:nvSpPr>
        <p:spPr>
          <a:xfrm>
            <a:off x="3" y="1821180"/>
            <a:ext cx="12191994" cy="3215641"/>
          </a:xfrm>
        </p:spPr>
        <p:txBody>
          <a:bodyPr lIns="0" rIns="0" bIns="0" anchor="ctr" anchorCtr="0">
            <a:noAutofit/>
          </a:bodyPr>
          <a:lstStyle>
            <a:lvl1pPr algn="ctr">
              <a:defRPr sz="6000" kern="1200" cap="all" spc="300" baseline="0">
                <a:solidFill>
                  <a:schemeClr val="accent3">
                    <a:lumMod val="75000"/>
                  </a:schemeClr>
                </a:solidFill>
              </a:defRPr>
            </a:lvl1pPr>
          </a:lstStyle>
          <a:p>
            <a:r>
              <a:rPr lang="en-US" dirty="0"/>
              <a:t>Click to add title</a:t>
            </a:r>
          </a:p>
        </p:txBody>
      </p:sp>
    </p:spTree>
    <p:extLst>
      <p:ext uri="{BB962C8B-B14F-4D97-AF65-F5344CB8AC3E}">
        <p14:creationId xmlns:p14="http://schemas.microsoft.com/office/powerpoint/2010/main" val="16350451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3">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A084D09-1B2D-4EE2-82A7-83196133B801}"/>
              </a:ext>
              <a:ext uri="{C183D7F6-B498-43B3-948B-1728B52AA6E4}">
                <adec:decorative xmlns:adec="http://schemas.microsoft.com/office/drawing/2017/decorative" val="1"/>
              </a:ext>
            </a:extLst>
          </p:cNvPr>
          <p:cNvGrpSpPr/>
          <p:nvPr userDrawn="1"/>
        </p:nvGrpSpPr>
        <p:grpSpPr>
          <a:xfrm>
            <a:off x="0" y="-6350"/>
            <a:ext cx="12185769" cy="6864350"/>
            <a:chOff x="0" y="-6350"/>
            <a:chExt cx="12185769" cy="6864350"/>
          </a:xfrm>
        </p:grpSpPr>
        <p:sp>
          <p:nvSpPr>
            <p:cNvPr id="4" name="Rectangle 3">
              <a:extLst>
                <a:ext uri="{FF2B5EF4-FFF2-40B4-BE49-F238E27FC236}">
                  <a16:creationId xmlns:a16="http://schemas.microsoft.com/office/drawing/2014/main" id="{53860AA6-1B14-DF89-B725-CC444E502028}"/>
                </a:ext>
                <a:ext uri="{C183D7F6-B498-43B3-948B-1728B52AA6E4}">
                  <adec:decorative xmlns:adec="http://schemas.microsoft.com/office/drawing/2017/decorative" val="1"/>
                </a:ext>
              </a:extLst>
            </p:cNvPr>
            <p:cNvSpPr/>
            <p:nvPr/>
          </p:nvSpPr>
          <p:spPr>
            <a:xfrm>
              <a:off x="0" y="-6350"/>
              <a:ext cx="6160393"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6" name="Content Placeholder 14">
              <a:extLst>
                <a:ext uri="{FF2B5EF4-FFF2-40B4-BE49-F238E27FC236}">
                  <a16:creationId xmlns:a16="http://schemas.microsoft.com/office/drawing/2014/main" id="{D172E570-D67F-4980-88C2-CF6560C1C193}"/>
                </a:ext>
                <a:ext uri="{C183D7F6-B498-43B3-948B-1728B52AA6E4}">
                  <adec:decorative xmlns:adec="http://schemas.microsoft.com/office/drawing/2017/decorative" val="1"/>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rot="5400000">
              <a:off x="5750267" y="410125"/>
              <a:ext cx="6845628" cy="6025377"/>
            </a:xfrm>
            <a:prstGeom prst="rect">
              <a:avLst/>
            </a:prstGeom>
          </p:spPr>
        </p:pic>
        <p:grpSp>
          <p:nvGrpSpPr>
            <p:cNvPr id="7" name="Group 6">
              <a:extLst>
                <a:ext uri="{FF2B5EF4-FFF2-40B4-BE49-F238E27FC236}">
                  <a16:creationId xmlns:a16="http://schemas.microsoft.com/office/drawing/2014/main" id="{AF90BF68-CF26-6705-CBFD-428BEB787EDB}"/>
                </a:ext>
              </a:extLst>
            </p:cNvPr>
            <p:cNvGrpSpPr/>
            <p:nvPr/>
          </p:nvGrpSpPr>
          <p:grpSpPr>
            <a:xfrm rot="10800000">
              <a:off x="5304704" y="259572"/>
              <a:ext cx="584267" cy="390181"/>
              <a:chOff x="1876516" y="596691"/>
              <a:chExt cx="584267" cy="390181"/>
            </a:xfrm>
          </p:grpSpPr>
          <p:sp>
            <p:nvSpPr>
              <p:cNvPr id="8" name="Oval 7">
                <a:extLst>
                  <a:ext uri="{FF2B5EF4-FFF2-40B4-BE49-F238E27FC236}">
                    <a16:creationId xmlns:a16="http://schemas.microsoft.com/office/drawing/2014/main" id="{1066F635-8DB9-B091-8467-D8F0327217F4}"/>
                  </a:ext>
                  <a:ext uri="{C183D7F6-B498-43B3-948B-1728B52AA6E4}">
                    <adec:decorative xmlns:adec="http://schemas.microsoft.com/office/drawing/2017/decorative" val="1"/>
                  </a:ext>
                </a:extLst>
              </p:cNvPr>
              <p:cNvSpPr/>
              <p:nvPr/>
            </p:nvSpPr>
            <p:spPr>
              <a:xfrm>
                <a:off x="1876516" y="842493"/>
                <a:ext cx="144379" cy="144379"/>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9" name="Graphic 12">
                <a:extLst>
                  <a:ext uri="{FF2B5EF4-FFF2-40B4-BE49-F238E27FC236}">
                    <a16:creationId xmlns:a16="http://schemas.microsoft.com/office/drawing/2014/main" id="{882D2FD3-A05B-400C-6347-115486FFD943}"/>
                  </a:ext>
                  <a:ext uri="{C183D7F6-B498-43B3-948B-1728B52AA6E4}">
                    <adec:decorative xmlns:adec="http://schemas.microsoft.com/office/drawing/2017/decorative" val="1"/>
                  </a:ext>
                </a:extLst>
              </p:cNvPr>
              <p:cNvSpPr/>
              <p:nvPr/>
            </p:nvSpPr>
            <p:spPr>
              <a:xfrm>
                <a:off x="2360199" y="596691"/>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sp>
        <p:nvSpPr>
          <p:cNvPr id="2" name="Title 1">
            <a:extLst>
              <a:ext uri="{FF2B5EF4-FFF2-40B4-BE49-F238E27FC236}">
                <a16:creationId xmlns:a16="http://schemas.microsoft.com/office/drawing/2014/main" id="{960459F4-C5B9-4070-46D1-2E7DA3EFBFC9}"/>
              </a:ext>
            </a:extLst>
          </p:cNvPr>
          <p:cNvSpPr>
            <a:spLocks noGrp="1"/>
          </p:cNvSpPr>
          <p:nvPr>
            <p:ph type="title"/>
          </p:nvPr>
        </p:nvSpPr>
        <p:spPr>
          <a:xfrm>
            <a:off x="838201" y="365125"/>
            <a:ext cx="4466502" cy="1936866"/>
          </a:xfrm>
        </p:spPr>
        <p:txBody>
          <a:bodyPr anchor="b"/>
          <a:lstStyle>
            <a:lvl1pPr>
              <a:defRPr sz="3200" cap="all" baseline="0">
                <a:solidFill>
                  <a:schemeClr val="accent3">
                    <a:lumMod val="75000"/>
                  </a:schemeClr>
                </a:solidFill>
              </a:defRPr>
            </a:lvl1pPr>
          </a:lstStyle>
          <a:p>
            <a:r>
              <a:rPr lang="en-US"/>
              <a:t>Click to edit Master title style</a:t>
            </a:r>
            <a:endParaRPr lang="en-US" dirty="0"/>
          </a:p>
        </p:txBody>
      </p:sp>
      <p:cxnSp>
        <p:nvCxnSpPr>
          <p:cNvPr id="5" name="Straight Connector 4">
            <a:extLst>
              <a:ext uri="{FF2B5EF4-FFF2-40B4-BE49-F238E27FC236}">
                <a16:creationId xmlns:a16="http://schemas.microsoft.com/office/drawing/2014/main" id="{34F613B1-323C-4C25-4526-1D3313A7161D}"/>
              </a:ext>
              <a:ext uri="{C183D7F6-B498-43B3-948B-1728B52AA6E4}">
                <adec:decorative xmlns:adec="http://schemas.microsoft.com/office/drawing/2017/decorative" val="1"/>
              </a:ext>
            </a:extLst>
          </p:cNvPr>
          <p:cNvCxnSpPr>
            <a:cxnSpLocks/>
          </p:cNvCxnSpPr>
          <p:nvPr userDrawn="1"/>
        </p:nvCxnSpPr>
        <p:spPr>
          <a:xfrm>
            <a:off x="835831" y="2620500"/>
            <a:ext cx="4471665"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3" name="Content Placeholder 12">
            <a:extLst>
              <a:ext uri="{FF2B5EF4-FFF2-40B4-BE49-F238E27FC236}">
                <a16:creationId xmlns:a16="http://schemas.microsoft.com/office/drawing/2014/main" id="{2D2C2143-1936-BBDA-A6A8-40B6DBD16AED}"/>
              </a:ext>
            </a:extLst>
          </p:cNvPr>
          <p:cNvSpPr>
            <a:spLocks noGrp="1"/>
          </p:cNvSpPr>
          <p:nvPr>
            <p:ph sz="quarter" idx="10" hasCustomPrompt="1"/>
          </p:nvPr>
        </p:nvSpPr>
        <p:spPr>
          <a:xfrm>
            <a:off x="838201" y="3097848"/>
            <a:ext cx="4466504" cy="3405187"/>
          </a:xfrm>
        </p:spPr>
        <p:txBody>
          <a:bodyPr/>
          <a:lstStyle>
            <a:lvl1pPr>
              <a:lnSpc>
                <a:spcPct val="120000"/>
              </a:lnSpc>
              <a:spcBef>
                <a:spcPts val="1000"/>
              </a:spcBef>
              <a:spcAft>
                <a:spcPts val="600"/>
              </a:spcAft>
              <a:defRPr sz="1800">
                <a:solidFill>
                  <a:schemeClr val="bg1"/>
                </a:solidFill>
                <a:latin typeface="+mn-lt"/>
              </a:defRPr>
            </a:lvl1pPr>
            <a:lvl2pPr>
              <a:lnSpc>
                <a:spcPct val="120000"/>
              </a:lnSpc>
              <a:spcBef>
                <a:spcPts val="1000"/>
              </a:spcBef>
              <a:spcAft>
                <a:spcPts val="600"/>
              </a:spcAft>
              <a:defRPr sz="1600">
                <a:solidFill>
                  <a:schemeClr val="bg1"/>
                </a:solidFill>
                <a:latin typeface="+mn-lt"/>
              </a:defRPr>
            </a:lvl2pPr>
            <a:lvl3pPr>
              <a:lnSpc>
                <a:spcPct val="120000"/>
              </a:lnSpc>
              <a:spcBef>
                <a:spcPts val="1000"/>
              </a:spcBef>
              <a:spcAft>
                <a:spcPts val="600"/>
              </a:spcAft>
              <a:defRPr sz="1400">
                <a:solidFill>
                  <a:schemeClr val="bg1"/>
                </a:solidFill>
                <a:latin typeface="+mn-lt"/>
              </a:defRPr>
            </a:lvl3pPr>
            <a:lvl4pPr>
              <a:lnSpc>
                <a:spcPct val="120000"/>
              </a:lnSpc>
              <a:spcBef>
                <a:spcPts val="1000"/>
              </a:spcBef>
              <a:spcAft>
                <a:spcPts val="600"/>
              </a:spcAft>
              <a:defRPr sz="1200">
                <a:solidFill>
                  <a:schemeClr val="bg1"/>
                </a:solidFill>
                <a:latin typeface="+mn-lt"/>
              </a:defRPr>
            </a:lvl4pPr>
            <a:lvl5pPr>
              <a:lnSpc>
                <a:spcPct val="120000"/>
              </a:lnSpc>
              <a:spcBef>
                <a:spcPts val="1000"/>
              </a:spcBef>
              <a:spcAft>
                <a:spcPts val="600"/>
              </a:spcAft>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090407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and 2 column">
    <p:bg>
      <p:bgPr>
        <a:gradFill>
          <a:gsLst>
            <a:gs pos="100000">
              <a:schemeClr val="tx2"/>
            </a:gs>
            <a:gs pos="81000">
              <a:schemeClr val="accent6"/>
            </a:gs>
            <a:gs pos="31000">
              <a:srgbClr val="02090E"/>
            </a:gs>
            <a:gs pos="14000">
              <a:schemeClr val="accent4">
                <a:lumMod val="75000"/>
              </a:schemeClr>
            </a:gs>
            <a:gs pos="0">
              <a:schemeClr val="accent4"/>
            </a:gs>
          </a:gsLst>
          <a:lin ang="126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EB5B81B-FCE8-FE9C-8F0A-6488B25F0F6A}"/>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321869" y="579120"/>
            <a:ext cx="11548261" cy="2733306"/>
          </a:xfrm>
        </p:spPr>
        <p:txBody>
          <a:bodyPr anchor="b">
            <a:noAutofit/>
          </a:bodyPr>
          <a:lstStyle>
            <a:lvl1pPr algn="ctr">
              <a:defRPr sz="3200" cap="all" spc="300" baseline="0"/>
            </a:lvl1pPr>
          </a:lstStyle>
          <a:p>
            <a:r>
              <a:rPr lang="en-US" dirty="0"/>
              <a:t>Click to add title</a:t>
            </a:r>
          </a:p>
        </p:txBody>
      </p:sp>
      <p:sp>
        <p:nvSpPr>
          <p:cNvPr id="7" name="Subtitle 2">
            <a:extLst>
              <a:ext uri="{FF2B5EF4-FFF2-40B4-BE49-F238E27FC236}">
                <a16:creationId xmlns:a16="http://schemas.microsoft.com/office/drawing/2014/main" id="{5F877C2F-8190-18D9-5D24-5BD7B05A29F8}"/>
              </a:ext>
            </a:extLst>
          </p:cNvPr>
          <p:cNvSpPr>
            <a:spLocks noGrp="1"/>
          </p:cNvSpPr>
          <p:nvPr>
            <p:ph type="subTitle" idx="1" hasCustomPrompt="1"/>
          </p:nvPr>
        </p:nvSpPr>
        <p:spPr>
          <a:xfrm>
            <a:off x="321868" y="3484615"/>
            <a:ext cx="11562303" cy="2387865"/>
          </a:xfrm>
        </p:spPr>
        <p:txBody>
          <a:bodyPr>
            <a:noAutofit/>
          </a:bodyPr>
          <a:lstStyle>
            <a:lvl1pPr marL="0" indent="0" algn="ctr">
              <a:buNone/>
              <a:defRPr sz="6000" b="0" i="0" cap="all" spc="600" baseline="0">
                <a:solidFill>
                  <a:schemeClr val="accent3">
                    <a:lumMod val="75000"/>
                  </a:schemeClr>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86865902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p:bg>
      <p:bgPr>
        <a:gradFill>
          <a:gsLst>
            <a:gs pos="100000">
              <a:schemeClr val="tx2"/>
            </a:gs>
            <a:gs pos="79000">
              <a:schemeClr val="accent6"/>
            </a:gs>
            <a:gs pos="31000">
              <a:srgbClr val="02090E"/>
            </a:gs>
            <a:gs pos="14000">
              <a:schemeClr val="accent4">
                <a:lumMod val="75000"/>
              </a:schemeClr>
            </a:gs>
            <a:gs pos="0">
              <a:schemeClr val="accent4"/>
            </a:gs>
          </a:gsLst>
          <a:lin ang="5400000" scaled="0"/>
        </a:gra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64209F-41AB-70E5-1B9E-7490900C59C9}"/>
              </a:ext>
              <a:ext uri="{C183D7F6-B498-43B3-948B-1728B52AA6E4}">
                <adec:decorative xmlns:adec="http://schemas.microsoft.com/office/drawing/2017/decorative" val="1"/>
              </a:ext>
            </a:extLst>
          </p:cNvPr>
          <p:cNvSpPr/>
          <p:nvPr userDrawn="1"/>
        </p:nvSpPr>
        <p:spPr>
          <a:xfrm>
            <a:off x="2" y="1"/>
            <a:ext cx="12191997" cy="6857998"/>
          </a:xfrm>
          <a:prstGeom prst="rect">
            <a:avLst/>
          </a:prstGeom>
          <a:gradFill flip="none" rotWithShape="1">
            <a:gsLst>
              <a:gs pos="0">
                <a:srgbClr val="1A012C"/>
              </a:gs>
              <a:gs pos="45000">
                <a:srgbClr val="1A012C">
                  <a:alpha val="50000"/>
                </a:srgbClr>
              </a:gs>
              <a:gs pos="100000">
                <a:schemeClr val="accent6">
                  <a:lumMod val="50000"/>
                  <a:alpha val="5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032D3409-585B-54E2-1DCC-AC58804E4AE7}"/>
              </a:ext>
              <a:ext uri="{C183D7F6-B498-43B3-948B-1728B52AA6E4}">
                <adec:decorative xmlns:adec="http://schemas.microsoft.com/office/drawing/2017/decorative" val="1"/>
              </a:ext>
            </a:extLst>
          </p:cNvPr>
          <p:cNvSpPr/>
          <p:nvPr userDrawn="1"/>
        </p:nvSpPr>
        <p:spPr>
          <a:xfrm>
            <a:off x="1" y="-6350"/>
            <a:ext cx="6096000"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99891" y="511762"/>
            <a:ext cx="4960830" cy="2785158"/>
          </a:xfrm>
        </p:spPr>
        <p:txBody>
          <a:bodyPr anchor="b">
            <a:noAutofit/>
          </a:bodyPr>
          <a:lstStyle>
            <a:lvl1pPr algn="l">
              <a:defRPr sz="2400" cap="all" spc="300" baseline="0"/>
            </a:lvl1pPr>
          </a:lstStyle>
          <a:p>
            <a:r>
              <a:rPr lang="en-US" dirty="0"/>
              <a:t>Click to add title</a:t>
            </a:r>
          </a:p>
        </p:txBody>
      </p:sp>
      <p:sp>
        <p:nvSpPr>
          <p:cNvPr id="8" name="Subtitle 2">
            <a:extLst>
              <a:ext uri="{FF2B5EF4-FFF2-40B4-BE49-F238E27FC236}">
                <a16:creationId xmlns:a16="http://schemas.microsoft.com/office/drawing/2014/main" id="{E47B8A5C-E279-DB0B-E9D3-927417876125}"/>
              </a:ext>
            </a:extLst>
          </p:cNvPr>
          <p:cNvSpPr>
            <a:spLocks noGrp="1"/>
          </p:cNvSpPr>
          <p:nvPr>
            <p:ph type="subTitle" idx="1" hasCustomPrompt="1"/>
          </p:nvPr>
        </p:nvSpPr>
        <p:spPr>
          <a:xfrm>
            <a:off x="802640" y="3484615"/>
            <a:ext cx="4958081" cy="2387865"/>
          </a:xfrm>
        </p:spPr>
        <p:txBody>
          <a:bodyPr>
            <a:noAutofit/>
          </a:bodyPr>
          <a:lstStyle>
            <a:lvl1pPr marL="0" indent="0" algn="l">
              <a:buNone/>
              <a:defRPr sz="3200" b="0" i="0" cap="all" spc="600" baseline="0">
                <a:solidFill>
                  <a:schemeClr val="accent3">
                    <a:lumMod val="75000"/>
                  </a:schemeClr>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Picture Placeholder 9">
            <a:extLst>
              <a:ext uri="{FF2B5EF4-FFF2-40B4-BE49-F238E27FC236}">
                <a16:creationId xmlns:a16="http://schemas.microsoft.com/office/drawing/2014/main" id="{D386C402-C5C5-2A54-C618-62673AD93CB4}"/>
              </a:ext>
            </a:extLst>
          </p:cNvPr>
          <p:cNvSpPr>
            <a:spLocks noGrp="1"/>
          </p:cNvSpPr>
          <p:nvPr>
            <p:ph type="pic" sz="quarter" idx="13"/>
          </p:nvPr>
        </p:nvSpPr>
        <p:spPr>
          <a:xfrm>
            <a:off x="6497638" y="336550"/>
            <a:ext cx="5322887" cy="6184900"/>
          </a:xfrm>
        </p:spPr>
        <p:txBody>
          <a:bodyPr/>
          <a:lstStyle>
            <a:lvl1pPr algn="ctr">
              <a:defRPr sz="2000"/>
            </a:lvl1pPr>
          </a:lstStyle>
          <a:p>
            <a:r>
              <a:rPr lang="en-US"/>
              <a:t>Click icon to add picture</a:t>
            </a:r>
            <a:endParaRPr lang="en-US" dirty="0"/>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36832185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le and 2 column">
    <p:bg>
      <p:bgPr>
        <a:gradFill>
          <a:gsLst>
            <a:gs pos="100000">
              <a:schemeClr val="tx2"/>
            </a:gs>
            <a:gs pos="79000">
              <a:schemeClr val="accent6"/>
            </a:gs>
            <a:gs pos="55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pic>
        <p:nvPicPr>
          <p:cNvPr id="4" name="Content Placeholder 14">
            <a:extLst>
              <a:ext uri="{FF2B5EF4-FFF2-40B4-BE49-F238E27FC236}">
                <a16:creationId xmlns:a16="http://schemas.microsoft.com/office/drawing/2014/main" id="{318CE367-BBCB-F4AB-635F-4C9995EAE35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6350"/>
            <a:ext cx="2356339" cy="6853863"/>
          </a:xfrm>
          <a:prstGeom prst="rect">
            <a:avLst/>
          </a:prstGeom>
        </p:spPr>
      </p:pic>
      <p:sp>
        <p:nvSpPr>
          <p:cNvPr id="5" name="Rectangle 4">
            <a:extLst>
              <a:ext uri="{FF2B5EF4-FFF2-40B4-BE49-F238E27FC236}">
                <a16:creationId xmlns:a16="http://schemas.microsoft.com/office/drawing/2014/main" id="{5CE3FBBA-81E2-31F1-EF51-02706B5B5C0A}"/>
              </a:ext>
              <a:ext uri="{C183D7F6-B498-43B3-948B-1728B52AA6E4}">
                <adec:decorative xmlns:adec="http://schemas.microsoft.com/office/drawing/2017/decorative" val="1"/>
              </a:ext>
            </a:extLst>
          </p:cNvPr>
          <p:cNvSpPr/>
          <p:nvPr userDrawn="1"/>
        </p:nvSpPr>
        <p:spPr>
          <a:xfrm>
            <a:off x="2356339" y="-6350"/>
            <a:ext cx="9831801"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6" name="Straight Connector 5">
            <a:extLst>
              <a:ext uri="{FF2B5EF4-FFF2-40B4-BE49-F238E27FC236}">
                <a16:creationId xmlns:a16="http://schemas.microsoft.com/office/drawing/2014/main" id="{9AD3746D-3CD1-FFA5-0019-AD0C588B1924}"/>
              </a:ext>
              <a:ext uri="{C183D7F6-B498-43B3-948B-1728B52AA6E4}">
                <adec:decorative xmlns:adec="http://schemas.microsoft.com/office/drawing/2017/decorative" val="1"/>
              </a:ext>
            </a:extLst>
          </p:cNvPr>
          <p:cNvCxnSpPr>
            <a:cxnSpLocks/>
          </p:cNvCxnSpPr>
          <p:nvPr userDrawn="1"/>
        </p:nvCxnSpPr>
        <p:spPr>
          <a:xfrm>
            <a:off x="3305669" y="2002443"/>
            <a:ext cx="7922116"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3305669" y="113097"/>
            <a:ext cx="7420819" cy="1656304"/>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13" name="Content Placeholder 12">
            <a:extLst>
              <a:ext uri="{FF2B5EF4-FFF2-40B4-BE49-F238E27FC236}">
                <a16:creationId xmlns:a16="http://schemas.microsoft.com/office/drawing/2014/main" id="{B9624CF4-7769-4663-3361-39136F5E20C8}"/>
              </a:ext>
            </a:extLst>
          </p:cNvPr>
          <p:cNvSpPr>
            <a:spLocks noGrp="1"/>
          </p:cNvSpPr>
          <p:nvPr>
            <p:ph sz="quarter" idx="31" hasCustomPrompt="1"/>
          </p:nvPr>
        </p:nvSpPr>
        <p:spPr>
          <a:xfrm>
            <a:off x="3305669" y="2470150"/>
            <a:ext cx="7420819" cy="3676649"/>
          </a:xfrm>
        </p:spPr>
        <p:txBody>
          <a:bodyPr/>
          <a:lstStyle>
            <a:lvl1pPr marL="285750" indent="-285750">
              <a:lnSpc>
                <a:spcPct val="120000"/>
              </a:lnSpc>
              <a:spcBef>
                <a:spcPts val="1000"/>
              </a:spcBef>
              <a:spcAft>
                <a:spcPts val="600"/>
              </a:spcAft>
              <a:buClr>
                <a:schemeClr val="accent3"/>
              </a:buClr>
              <a:buFont typeface="Arial" panose="020B0604020202020204" pitchFamily="34" charset="0"/>
              <a:buChar char="•"/>
              <a:defRPr sz="1800">
                <a:solidFill>
                  <a:schemeClr val="bg1"/>
                </a:solidFill>
                <a:latin typeface="+mn-lt"/>
              </a:defRPr>
            </a:lvl1pPr>
            <a:lvl2pPr marL="800100" indent="-342900">
              <a:lnSpc>
                <a:spcPct val="120000"/>
              </a:lnSpc>
              <a:spcBef>
                <a:spcPts val="1000"/>
              </a:spcBef>
              <a:spcAft>
                <a:spcPts val="600"/>
              </a:spcAft>
              <a:buClr>
                <a:schemeClr val="accent3"/>
              </a:buClr>
              <a:buFont typeface="Arial" panose="020B0604020202020204" pitchFamily="34" charset="0"/>
              <a:buChar char="•"/>
              <a:defRPr sz="1600">
                <a:solidFill>
                  <a:schemeClr val="bg1"/>
                </a:solidFill>
                <a:latin typeface="+mn-lt"/>
              </a:defRPr>
            </a:lvl2pPr>
            <a:lvl3pPr marL="1257300" indent="-342900">
              <a:lnSpc>
                <a:spcPct val="120000"/>
              </a:lnSpc>
              <a:spcBef>
                <a:spcPts val="1000"/>
              </a:spcBef>
              <a:spcAft>
                <a:spcPts val="600"/>
              </a:spcAft>
              <a:buClr>
                <a:schemeClr val="accent3"/>
              </a:buClr>
              <a:buFont typeface="Arial" panose="020B0604020202020204" pitchFamily="34" charset="0"/>
              <a:buChar char="•"/>
              <a:defRPr sz="1400">
                <a:solidFill>
                  <a:schemeClr val="bg1"/>
                </a:solidFill>
                <a:latin typeface="+mn-lt"/>
              </a:defRPr>
            </a:lvl3pPr>
            <a:lvl4pPr marL="1657350" indent="-285750">
              <a:lnSpc>
                <a:spcPct val="120000"/>
              </a:lnSpc>
              <a:spcBef>
                <a:spcPts val="1000"/>
              </a:spcBef>
              <a:spcAft>
                <a:spcPts val="600"/>
              </a:spcAft>
              <a:buClr>
                <a:schemeClr val="accent3"/>
              </a:buClr>
              <a:buFont typeface="Arial" panose="020B0604020202020204" pitchFamily="34" charset="0"/>
              <a:buChar char="•"/>
              <a:defRPr sz="1200">
                <a:solidFill>
                  <a:schemeClr val="bg1"/>
                </a:solidFill>
                <a:latin typeface="+mn-lt"/>
              </a:defRPr>
            </a:lvl4pPr>
            <a:lvl5pPr marL="2114550" indent="-285750">
              <a:lnSpc>
                <a:spcPct val="120000"/>
              </a:lnSpc>
              <a:spcBef>
                <a:spcPts val="1000"/>
              </a:spcBef>
              <a:spcAft>
                <a:spcPts val="600"/>
              </a:spcAft>
              <a:buClr>
                <a:schemeClr val="accent3"/>
              </a:buClr>
              <a:buFont typeface="Arial" panose="020B0604020202020204" pitchFamily="34" charset="0"/>
              <a:buChar char="•"/>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0280267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361F2FA-20C7-5447-C138-CE2CA1867FE7}"/>
              </a:ext>
              <a:ext uri="{C183D7F6-B498-43B3-948B-1728B52AA6E4}">
                <adec:decorative xmlns:adec="http://schemas.microsoft.com/office/drawing/2017/decorative" val="1"/>
              </a:ext>
            </a:extLst>
          </p:cNvPr>
          <p:cNvGrpSpPr/>
          <p:nvPr userDrawn="1"/>
        </p:nvGrpSpPr>
        <p:grpSpPr>
          <a:xfrm>
            <a:off x="3" y="2"/>
            <a:ext cx="12191997" cy="6857998"/>
            <a:chOff x="3" y="2"/>
            <a:chExt cx="12191997" cy="6857998"/>
          </a:xfrm>
        </p:grpSpPr>
        <p:sp>
          <p:nvSpPr>
            <p:cNvPr id="21" name="Rectangle 20">
              <a:extLst>
                <a:ext uri="{FF2B5EF4-FFF2-40B4-BE49-F238E27FC236}">
                  <a16:creationId xmlns:a16="http://schemas.microsoft.com/office/drawing/2014/main" id="{DFEDD626-82E4-71C6-25F1-CDA46B7B3F39}"/>
                </a:ext>
              </a:extLst>
            </p:cNvPr>
            <p:cNvSpPr/>
            <p:nvPr/>
          </p:nvSpPr>
          <p:spPr>
            <a:xfrm>
              <a:off x="3" y="2"/>
              <a:ext cx="12191997" cy="6857998"/>
            </a:xfrm>
            <a:prstGeom prst="rect">
              <a:avLst/>
            </a:prstGeom>
            <a:gradFill flip="none" rotWithShape="1">
              <a:gsLst>
                <a:gs pos="0">
                  <a:srgbClr val="1A012C"/>
                </a:gs>
                <a:gs pos="45000">
                  <a:srgbClr val="1A012C">
                    <a:alpha val="50000"/>
                  </a:srgbClr>
                </a:gs>
                <a:gs pos="100000">
                  <a:schemeClr val="accent6">
                    <a:lumMod val="50000"/>
                    <a:alpha val="5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CDC952AF-CE06-54F7-CB4A-1722F90AC3DF}"/>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3" y="2"/>
              <a:ext cx="12191994" cy="6857996"/>
            </a:xfrm>
            <a:prstGeom prst="rect">
              <a:avLst/>
            </a:prstGeom>
          </p:spPr>
        </p:pic>
        <p:grpSp>
          <p:nvGrpSpPr>
            <p:cNvPr id="11" name="Group 10">
              <a:extLst>
                <a:ext uri="{FF2B5EF4-FFF2-40B4-BE49-F238E27FC236}">
                  <a16:creationId xmlns:a16="http://schemas.microsoft.com/office/drawing/2014/main" id="{6E6EDFF3-843B-AAE9-DB73-423142606F52}"/>
                </a:ext>
              </a:extLst>
            </p:cNvPr>
            <p:cNvGrpSpPr/>
            <p:nvPr/>
          </p:nvGrpSpPr>
          <p:grpSpPr>
            <a:xfrm rot="5400000">
              <a:off x="1645776" y="1222395"/>
              <a:ext cx="431603" cy="412684"/>
              <a:chOff x="1870859" y="869908"/>
              <a:chExt cx="431603" cy="412684"/>
            </a:xfrm>
          </p:grpSpPr>
          <p:sp>
            <p:nvSpPr>
              <p:cNvPr id="12" name="Graphic 15">
                <a:extLst>
                  <a:ext uri="{FF2B5EF4-FFF2-40B4-BE49-F238E27FC236}">
                    <a16:creationId xmlns:a16="http://schemas.microsoft.com/office/drawing/2014/main" id="{312F4F85-6C79-201D-E20D-64CD4728E4C8}"/>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3" name="Graphic 12">
                <a:extLst>
                  <a:ext uri="{FF2B5EF4-FFF2-40B4-BE49-F238E27FC236}">
                    <a16:creationId xmlns:a16="http://schemas.microsoft.com/office/drawing/2014/main" id="{01D71DAD-ECC6-A850-88E4-A4EDCF494A24}"/>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nvGrpSpPr>
            <p:cNvPr id="14" name="Group 13">
              <a:extLst>
                <a:ext uri="{FF2B5EF4-FFF2-40B4-BE49-F238E27FC236}">
                  <a16:creationId xmlns:a16="http://schemas.microsoft.com/office/drawing/2014/main" id="{C632CC6D-6024-2368-8EBA-4B7A2D6428BC}"/>
                </a:ext>
              </a:extLst>
            </p:cNvPr>
            <p:cNvGrpSpPr/>
            <p:nvPr/>
          </p:nvGrpSpPr>
          <p:grpSpPr>
            <a:xfrm rot="20626702">
              <a:off x="10248169" y="5448942"/>
              <a:ext cx="431603" cy="412684"/>
              <a:chOff x="1870859" y="869908"/>
              <a:chExt cx="431603" cy="412684"/>
            </a:xfrm>
          </p:grpSpPr>
          <p:sp>
            <p:nvSpPr>
              <p:cNvPr id="6" name="Graphic 15">
                <a:extLst>
                  <a:ext uri="{FF2B5EF4-FFF2-40B4-BE49-F238E27FC236}">
                    <a16:creationId xmlns:a16="http://schemas.microsoft.com/office/drawing/2014/main" id="{B05BE7BE-7D54-A09B-8A67-6B28CF6BB6C0}"/>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7" name="Graphic 12">
                <a:extLst>
                  <a:ext uri="{FF2B5EF4-FFF2-40B4-BE49-F238E27FC236}">
                    <a16:creationId xmlns:a16="http://schemas.microsoft.com/office/drawing/2014/main" id="{258346A9-F75C-6704-EEED-CF7A8A0F8010}"/>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sp>
        <p:nvSpPr>
          <p:cNvPr id="2" name="Title 1">
            <a:extLst>
              <a:ext uri="{FF2B5EF4-FFF2-40B4-BE49-F238E27FC236}">
                <a16:creationId xmlns:a16="http://schemas.microsoft.com/office/drawing/2014/main" id="{782CC39D-03B1-4933-F236-462B5862EBEC}"/>
              </a:ext>
            </a:extLst>
          </p:cNvPr>
          <p:cNvSpPr>
            <a:spLocks noGrp="1"/>
          </p:cNvSpPr>
          <p:nvPr>
            <p:ph type="title"/>
          </p:nvPr>
        </p:nvSpPr>
        <p:spPr>
          <a:xfrm>
            <a:off x="2932448" y="264160"/>
            <a:ext cx="6327105" cy="3373973"/>
          </a:xfrm>
        </p:spPr>
        <p:txBody>
          <a:bodyPr anchor="b"/>
          <a:lstStyle>
            <a:lvl1pPr algn="ctr">
              <a:defRPr sz="3200" cap="all" spc="600" baseline="0">
                <a:solidFill>
                  <a:schemeClr val="accent3">
                    <a:lumMod val="75000"/>
                  </a:schemeClr>
                </a:solidFill>
              </a:defRPr>
            </a:lvl1pPr>
          </a:lstStyle>
          <a:p>
            <a:r>
              <a:rPr lang="en-US"/>
              <a:t>Click to edit Master title style</a:t>
            </a:r>
            <a:endParaRPr lang="en-US" dirty="0"/>
          </a:p>
        </p:txBody>
      </p:sp>
      <p:sp>
        <p:nvSpPr>
          <p:cNvPr id="5" name="Subtitle 2">
            <a:extLst>
              <a:ext uri="{FF2B5EF4-FFF2-40B4-BE49-F238E27FC236}">
                <a16:creationId xmlns:a16="http://schemas.microsoft.com/office/drawing/2014/main" id="{F711CA51-49DC-62CA-F147-F286B1C9DBD9}"/>
              </a:ext>
            </a:extLst>
          </p:cNvPr>
          <p:cNvSpPr>
            <a:spLocks noGrp="1"/>
          </p:cNvSpPr>
          <p:nvPr>
            <p:ph type="subTitle" idx="1" hasCustomPrompt="1"/>
          </p:nvPr>
        </p:nvSpPr>
        <p:spPr>
          <a:xfrm>
            <a:off x="2932448" y="3962135"/>
            <a:ext cx="6327105" cy="2653771"/>
          </a:xfrm>
        </p:spPr>
        <p:txBody>
          <a:bodyPr>
            <a:noAutofit/>
          </a:bodyPr>
          <a:lstStyle>
            <a:lvl1pPr marL="0" indent="0" algn="ctr">
              <a:buNone/>
              <a:defRPr sz="1800" b="0" i="0" cap="all" spc="300" baseline="0">
                <a:solidFill>
                  <a:schemeClr val="bg1"/>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11183414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C7D5518-914C-92E3-E9EC-26752C9F05AD}"/>
              </a:ext>
              <a:ext uri="{C183D7F6-B498-43B3-948B-1728B52AA6E4}">
                <adec:decorative xmlns:adec="http://schemas.microsoft.com/office/drawing/2017/decorative" val="1"/>
              </a:ext>
            </a:extLst>
          </p:cNvPr>
          <p:cNvGrpSpPr/>
          <p:nvPr userDrawn="1"/>
        </p:nvGrpSpPr>
        <p:grpSpPr>
          <a:xfrm>
            <a:off x="-1" y="-6350"/>
            <a:ext cx="12192000" cy="6864350"/>
            <a:chOff x="-1" y="-6350"/>
            <a:chExt cx="12192000" cy="6864350"/>
          </a:xfrm>
        </p:grpSpPr>
        <p:sp>
          <p:nvSpPr>
            <p:cNvPr id="4" name="Rectangle 3">
              <a:extLst>
                <a:ext uri="{FF2B5EF4-FFF2-40B4-BE49-F238E27FC236}">
                  <a16:creationId xmlns:a16="http://schemas.microsoft.com/office/drawing/2014/main" id="{C82D0B82-F74C-65EF-3BF6-8EEA16F36B7D}"/>
                </a:ext>
                <a:ext uri="{C183D7F6-B498-43B3-948B-1728B52AA6E4}">
                  <adec:decorative xmlns:adec="http://schemas.microsoft.com/office/drawing/2017/decorative" val="1"/>
                </a:ext>
              </a:extLst>
            </p:cNvPr>
            <p:cNvSpPr/>
            <p:nvPr/>
          </p:nvSpPr>
          <p:spPr>
            <a:xfrm>
              <a:off x="1428750" y="-6350"/>
              <a:ext cx="10763249"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6" name="Picture 5" descr="A blue and purple spiral&#10;&#10;Description automatically generated">
              <a:extLst>
                <a:ext uri="{FF2B5EF4-FFF2-40B4-BE49-F238E27FC236}">
                  <a16:creationId xmlns:a16="http://schemas.microsoft.com/office/drawing/2014/main" id="{44E12326-9CF4-38EC-1BAF-1F994F22089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93"/>
            <a:stretch/>
          </p:blipFill>
          <p:spPr>
            <a:xfrm flipH="1">
              <a:off x="-1" y="0"/>
              <a:ext cx="1428751" cy="6858000"/>
            </a:xfrm>
            <a:prstGeom prst="rect">
              <a:avLst/>
            </a:prstGeom>
          </p:spPr>
        </p:pic>
        <p:grpSp>
          <p:nvGrpSpPr>
            <p:cNvPr id="7" name="Group 6">
              <a:extLst>
                <a:ext uri="{FF2B5EF4-FFF2-40B4-BE49-F238E27FC236}">
                  <a16:creationId xmlns:a16="http://schemas.microsoft.com/office/drawing/2014/main" id="{AD5C1D9C-B114-FC6A-9213-7287D39EAD9F}"/>
                </a:ext>
              </a:extLst>
            </p:cNvPr>
            <p:cNvGrpSpPr/>
            <p:nvPr/>
          </p:nvGrpSpPr>
          <p:grpSpPr>
            <a:xfrm>
              <a:off x="10649689" y="4382998"/>
              <a:ext cx="754139" cy="1865729"/>
              <a:chOff x="653351" y="2693558"/>
              <a:chExt cx="754139" cy="1865729"/>
            </a:xfrm>
          </p:grpSpPr>
          <p:sp>
            <p:nvSpPr>
              <p:cNvPr id="11" name="Graphic 15">
                <a:extLst>
                  <a:ext uri="{FF2B5EF4-FFF2-40B4-BE49-F238E27FC236}">
                    <a16:creationId xmlns:a16="http://schemas.microsoft.com/office/drawing/2014/main" id="{2BC89B10-C93E-8CE5-73B3-F6049168C313}"/>
                  </a:ext>
                  <a:ext uri="{C183D7F6-B498-43B3-948B-1728B52AA6E4}">
                    <adec:decorative xmlns:adec="http://schemas.microsoft.com/office/drawing/2017/decorative" val="1"/>
                  </a:ext>
                </a:extLst>
              </p:cNvPr>
              <p:cNvSpPr/>
              <p:nvPr/>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2" name="Graphic 12">
                <a:extLst>
                  <a:ext uri="{FF2B5EF4-FFF2-40B4-BE49-F238E27FC236}">
                    <a16:creationId xmlns:a16="http://schemas.microsoft.com/office/drawing/2014/main" id="{39DB2AA2-9661-AC91-932D-2F1BEC47BD84}"/>
                  </a:ext>
                  <a:ext uri="{C183D7F6-B498-43B3-948B-1728B52AA6E4}">
                    <adec:decorative xmlns:adec="http://schemas.microsoft.com/office/drawing/2017/decorative" val="1"/>
                  </a:ext>
                </a:extLst>
              </p:cNvPr>
              <p:cNvSpPr/>
              <p:nvPr/>
            </p:nvSpPr>
            <p:spPr>
              <a:xfrm>
                <a:off x="1306906" y="3837599"/>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3" name="Graphic 12">
                <a:extLst>
                  <a:ext uri="{FF2B5EF4-FFF2-40B4-BE49-F238E27FC236}">
                    <a16:creationId xmlns:a16="http://schemas.microsoft.com/office/drawing/2014/main" id="{86C9AC9B-3792-E880-03FE-D46FB046AB63}"/>
                  </a:ext>
                  <a:ext uri="{C183D7F6-B498-43B3-948B-1728B52AA6E4}">
                    <adec:decorative xmlns:adec="http://schemas.microsoft.com/office/drawing/2017/decorative" val="1"/>
                  </a:ext>
                </a:extLst>
              </p:cNvPr>
              <p:cNvSpPr/>
              <p:nvPr/>
            </p:nvSpPr>
            <p:spPr>
              <a:xfrm>
                <a:off x="653351" y="4521502"/>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nvGrpSpPr>
            <p:cNvPr id="8" name="Group 7">
              <a:extLst>
                <a:ext uri="{FF2B5EF4-FFF2-40B4-BE49-F238E27FC236}">
                  <a16:creationId xmlns:a16="http://schemas.microsoft.com/office/drawing/2014/main" id="{1142A133-65D6-D958-C0CD-E8D45B9BD7BB}"/>
                </a:ext>
              </a:extLst>
            </p:cNvPr>
            <p:cNvGrpSpPr/>
            <p:nvPr/>
          </p:nvGrpSpPr>
          <p:grpSpPr>
            <a:xfrm>
              <a:off x="1870859" y="869908"/>
              <a:ext cx="431603" cy="412684"/>
              <a:chOff x="1870859" y="869908"/>
              <a:chExt cx="431603" cy="412684"/>
            </a:xfrm>
          </p:grpSpPr>
          <p:sp>
            <p:nvSpPr>
              <p:cNvPr id="9" name="Graphic 15">
                <a:extLst>
                  <a:ext uri="{FF2B5EF4-FFF2-40B4-BE49-F238E27FC236}">
                    <a16:creationId xmlns:a16="http://schemas.microsoft.com/office/drawing/2014/main" id="{A746B023-387D-4EAC-052B-60F131E6E707}"/>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0" name="Graphic 12">
                <a:extLst>
                  <a:ext uri="{FF2B5EF4-FFF2-40B4-BE49-F238E27FC236}">
                    <a16:creationId xmlns:a16="http://schemas.microsoft.com/office/drawing/2014/main" id="{20760125-21CF-A296-3EA7-3C6C0E9BCB2F}"/>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cxnSp>
        <p:nvCxnSpPr>
          <p:cNvPr id="14" name="Straight Connector 13">
            <a:extLst>
              <a:ext uri="{FF2B5EF4-FFF2-40B4-BE49-F238E27FC236}">
                <a16:creationId xmlns:a16="http://schemas.microsoft.com/office/drawing/2014/main" id="{7F851D11-41E3-33F2-CBA6-B2A9A5A2A517}"/>
              </a:ext>
              <a:ext uri="{C183D7F6-B498-43B3-948B-1728B52AA6E4}">
                <adec:decorative xmlns:adec="http://schemas.microsoft.com/office/drawing/2017/decorative" val="1"/>
              </a:ext>
            </a:extLst>
          </p:cNvPr>
          <p:cNvCxnSpPr>
            <a:cxnSpLocks/>
          </p:cNvCxnSpPr>
          <p:nvPr userDrawn="1"/>
        </p:nvCxnSpPr>
        <p:spPr>
          <a:xfrm>
            <a:off x="2369139" y="2002443"/>
            <a:ext cx="88735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2399620" y="162560"/>
            <a:ext cx="8843050" cy="1616904"/>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5" name="Content Placeholder 4">
            <a:extLst>
              <a:ext uri="{FF2B5EF4-FFF2-40B4-BE49-F238E27FC236}">
                <a16:creationId xmlns:a16="http://schemas.microsoft.com/office/drawing/2014/main" id="{A2003C5A-BF21-DE87-0ED1-3E2D0F32B5D8}"/>
              </a:ext>
            </a:extLst>
          </p:cNvPr>
          <p:cNvSpPr>
            <a:spLocks noGrp="1"/>
          </p:cNvSpPr>
          <p:nvPr>
            <p:ph sz="quarter" idx="35" hasCustomPrompt="1"/>
          </p:nvPr>
        </p:nvSpPr>
        <p:spPr>
          <a:xfrm>
            <a:off x="2373002" y="2474811"/>
            <a:ext cx="4015098" cy="3528397"/>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21" name="Content Placeholder 4">
            <a:extLst>
              <a:ext uri="{FF2B5EF4-FFF2-40B4-BE49-F238E27FC236}">
                <a16:creationId xmlns:a16="http://schemas.microsoft.com/office/drawing/2014/main" id="{D77F99A7-26FA-422E-43E9-C76B4A56E44A}"/>
              </a:ext>
            </a:extLst>
          </p:cNvPr>
          <p:cNvSpPr>
            <a:spLocks noGrp="1"/>
          </p:cNvSpPr>
          <p:nvPr>
            <p:ph sz="quarter" idx="36" hasCustomPrompt="1"/>
          </p:nvPr>
        </p:nvSpPr>
        <p:spPr>
          <a:xfrm>
            <a:off x="6995159" y="2474811"/>
            <a:ext cx="4227332" cy="3528397"/>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2758284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3A7247A-846A-F316-B494-69B42CBF34DD}"/>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884B3AF6-983E-0901-0045-6CDF4E93E1BA}"/>
              </a:ext>
              <a:ext uri="{C183D7F6-B498-43B3-948B-1728B52AA6E4}">
                <adec:decorative xmlns:adec="http://schemas.microsoft.com/office/drawing/2017/decorative" val="1"/>
              </a:ext>
            </a:extLst>
          </p:cNvPr>
          <p:cNvCxnSpPr>
            <a:cxnSpLocks/>
          </p:cNvCxnSpPr>
          <p:nvPr userDrawn="1"/>
        </p:nvCxnSpPr>
        <p:spPr>
          <a:xfrm>
            <a:off x="807039" y="1983705"/>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3C5B7647-403E-A66E-6CF4-0D3A99AA5154}"/>
              </a:ext>
              <a:ext uri="{C183D7F6-B498-43B3-948B-1728B52AA6E4}">
                <adec:decorative xmlns:adec="http://schemas.microsoft.com/office/drawing/2017/decorative" val="1"/>
              </a:ext>
            </a:extLst>
          </p:cNvPr>
          <p:cNvGrpSpPr/>
          <p:nvPr userDrawn="1"/>
        </p:nvGrpSpPr>
        <p:grpSpPr>
          <a:xfrm rot="10800000" flipH="1">
            <a:off x="10488530" y="4210019"/>
            <a:ext cx="754139" cy="1865729"/>
            <a:chOff x="653351" y="2693558"/>
            <a:chExt cx="754139" cy="1865729"/>
          </a:xfrm>
        </p:grpSpPr>
        <p:sp>
          <p:nvSpPr>
            <p:cNvPr id="10" name="Graphic 15">
              <a:extLst>
                <a:ext uri="{FF2B5EF4-FFF2-40B4-BE49-F238E27FC236}">
                  <a16:creationId xmlns:a16="http://schemas.microsoft.com/office/drawing/2014/main" id="{E48E731E-FEF1-9C59-64B0-9CB6E8853912}"/>
                </a:ext>
                <a:ext uri="{C183D7F6-B498-43B3-948B-1728B52AA6E4}">
                  <adec:decorative xmlns:adec="http://schemas.microsoft.com/office/drawing/2017/decorative" val="1"/>
                </a:ext>
              </a:extLst>
            </p:cNvPr>
            <p:cNvSpPr/>
            <p:nvPr/>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1" name="Graphic 12">
              <a:extLst>
                <a:ext uri="{FF2B5EF4-FFF2-40B4-BE49-F238E27FC236}">
                  <a16:creationId xmlns:a16="http://schemas.microsoft.com/office/drawing/2014/main" id="{AFE83BB3-4D12-8E20-CA93-1834D7F0A434}"/>
                </a:ext>
                <a:ext uri="{C183D7F6-B498-43B3-948B-1728B52AA6E4}">
                  <adec:decorative xmlns:adec="http://schemas.microsoft.com/office/drawing/2017/decorative" val="1"/>
                </a:ext>
              </a:extLst>
            </p:cNvPr>
            <p:cNvSpPr/>
            <p:nvPr/>
          </p:nvSpPr>
          <p:spPr>
            <a:xfrm>
              <a:off x="1306906" y="3837599"/>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2" name="Graphic 12">
              <a:extLst>
                <a:ext uri="{FF2B5EF4-FFF2-40B4-BE49-F238E27FC236}">
                  <a16:creationId xmlns:a16="http://schemas.microsoft.com/office/drawing/2014/main" id="{3EB1D810-BC05-6C0E-0DE4-3604EBAADCC3}"/>
                </a:ext>
                <a:ext uri="{C183D7F6-B498-43B3-948B-1728B52AA6E4}">
                  <adec:decorative xmlns:adec="http://schemas.microsoft.com/office/drawing/2017/decorative" val="1"/>
                </a:ext>
              </a:extLst>
            </p:cNvPr>
            <p:cNvSpPr/>
            <p:nvPr/>
          </p:nvSpPr>
          <p:spPr>
            <a:xfrm>
              <a:off x="653351" y="4521502"/>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41680" y="430482"/>
            <a:ext cx="10500989" cy="132746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5" name="Content Placeholder 4">
            <a:extLst>
              <a:ext uri="{FF2B5EF4-FFF2-40B4-BE49-F238E27FC236}">
                <a16:creationId xmlns:a16="http://schemas.microsoft.com/office/drawing/2014/main" id="{A2003C5A-BF21-DE87-0ED1-3E2D0F32B5D8}"/>
              </a:ext>
            </a:extLst>
          </p:cNvPr>
          <p:cNvSpPr>
            <a:spLocks noGrp="1"/>
          </p:cNvSpPr>
          <p:nvPr>
            <p:ph sz="quarter" idx="35" hasCustomPrompt="1"/>
          </p:nvPr>
        </p:nvSpPr>
        <p:spPr>
          <a:xfrm>
            <a:off x="807038" y="2465539"/>
            <a:ext cx="3774587" cy="3723753"/>
          </a:xfrm>
        </p:spPr>
        <p:txBody>
          <a:bodyPr/>
          <a:lstStyle>
            <a:lvl1pPr marL="342900" indent="-342900">
              <a:lnSpc>
                <a:spcPct val="120000"/>
              </a:lnSpc>
              <a:spcBef>
                <a:spcPts val="1000"/>
              </a:spcBef>
              <a:buClr>
                <a:schemeClr val="accent3">
                  <a:lumMod val="75000"/>
                </a:schemeClr>
              </a:buClr>
              <a:buFont typeface="+mj-lt"/>
              <a:buAutoNum type="arabicPeriod"/>
              <a:defRPr sz="1800" spc="0" baseline="0">
                <a:solidFill>
                  <a:schemeClr val="bg1"/>
                </a:solidFill>
                <a:latin typeface="+mn-lt"/>
              </a:defRPr>
            </a:lvl1pPr>
            <a:lvl2pPr marL="626364" indent="-342900">
              <a:lnSpc>
                <a:spcPct val="120000"/>
              </a:lnSpc>
              <a:spcBef>
                <a:spcPts val="1000"/>
              </a:spcBef>
              <a:buClr>
                <a:schemeClr val="accent3">
                  <a:lumMod val="75000"/>
                </a:schemeClr>
              </a:buClr>
              <a:buFont typeface="+mj-lt"/>
              <a:buAutoNum type="alphaLcPeriod"/>
              <a:defRPr sz="1800" spc="0">
                <a:solidFill>
                  <a:schemeClr val="bg1"/>
                </a:solidFill>
                <a:latin typeface="+mn-lt"/>
              </a:defRPr>
            </a:lvl2pPr>
            <a:lvl3pPr marL="918972" indent="-342900">
              <a:lnSpc>
                <a:spcPct val="120000"/>
              </a:lnSpc>
              <a:spcBef>
                <a:spcPts val="1000"/>
              </a:spcBef>
              <a:buClr>
                <a:schemeClr val="accent3">
                  <a:lumMod val="75000"/>
                </a:schemeClr>
              </a:buClr>
              <a:buFont typeface="+mj-lt"/>
              <a:buAutoNum type="arabicParenR"/>
              <a:defRPr sz="1800" spc="0">
                <a:solidFill>
                  <a:schemeClr val="bg1"/>
                </a:solidFill>
                <a:latin typeface="+mn-lt"/>
              </a:defRPr>
            </a:lvl3pPr>
            <a:lvl4pPr marL="1209294" indent="-342900">
              <a:lnSpc>
                <a:spcPct val="120000"/>
              </a:lnSpc>
              <a:spcBef>
                <a:spcPts val="1000"/>
              </a:spcBef>
              <a:buClr>
                <a:schemeClr val="accent3">
                  <a:lumMod val="75000"/>
                </a:schemeClr>
              </a:buClr>
              <a:buFont typeface="+mj-lt"/>
              <a:buAutoNum type="alphaLcParenR"/>
              <a:defRPr sz="1800" spc="0">
                <a:solidFill>
                  <a:schemeClr val="bg1"/>
                </a:solidFill>
                <a:latin typeface="+mn-lt"/>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4927600" y="2465539"/>
            <a:ext cx="6315069" cy="3723753"/>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9662227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2 column">
    <p:bg>
      <p:bgPr>
        <a:gradFill>
          <a:gsLst>
            <a:gs pos="100000">
              <a:schemeClr val="tx2"/>
            </a:gs>
            <a:gs pos="81000">
              <a:schemeClr val="accent6"/>
            </a:gs>
            <a:gs pos="55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123B0D0-B01D-0BB0-6127-A878BE49D18E}"/>
              </a:ext>
              <a:ext uri="{C183D7F6-B498-43B3-948B-1728B52AA6E4}">
                <adec:decorative xmlns:adec="http://schemas.microsoft.com/office/drawing/2017/decorative" val="1"/>
              </a:ext>
            </a:extLst>
          </p:cNvPr>
          <p:cNvSpPr/>
          <p:nvPr userDrawn="1"/>
        </p:nvSpPr>
        <p:spPr>
          <a:xfrm>
            <a:off x="6039728" y="-6350"/>
            <a:ext cx="6154615"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Nova"/>
              <a:ea typeface="+mn-ea"/>
              <a:cs typeface="+mn-cs"/>
            </a:endParaRPr>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6889627" y="173736"/>
            <a:ext cx="4352662" cy="220370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0" name="Picture Placeholder 9">
            <a:extLst>
              <a:ext uri="{FF2B5EF4-FFF2-40B4-BE49-F238E27FC236}">
                <a16:creationId xmlns:a16="http://schemas.microsoft.com/office/drawing/2014/main" id="{6C363351-4779-B42E-ED7A-C4AF2920BABC}"/>
              </a:ext>
            </a:extLst>
          </p:cNvPr>
          <p:cNvSpPr>
            <a:spLocks noGrp="1"/>
          </p:cNvSpPr>
          <p:nvPr>
            <p:ph type="pic" sz="quarter" idx="37"/>
          </p:nvPr>
        </p:nvSpPr>
        <p:spPr>
          <a:xfrm>
            <a:off x="336550" y="336550"/>
            <a:ext cx="5303640" cy="6184900"/>
          </a:xfrm>
        </p:spPr>
        <p:txBody>
          <a:bodyPr/>
          <a:lstStyle>
            <a:lvl1pPr algn="ctr">
              <a:defRPr sz="2000"/>
            </a:lvl1pPr>
          </a:lstStyle>
          <a:p>
            <a:r>
              <a:rPr lang="en-US"/>
              <a:t>Click icon to add picture</a:t>
            </a:r>
            <a:endParaRPr lang="en-US" dirty="0"/>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6889627" y="3104277"/>
            <a:ext cx="4371560" cy="3022201"/>
          </a:xfrm>
        </p:spPr>
        <p:txBody>
          <a:bodyPr/>
          <a:lstStyle>
            <a:lvl1pPr marL="0" indent="0">
              <a:lnSpc>
                <a:spcPct val="120000"/>
              </a:lnSpc>
              <a:spcBef>
                <a:spcPts val="1000"/>
              </a:spcBef>
              <a:spcAft>
                <a:spcPts val="600"/>
              </a:spcAft>
              <a:buClr>
                <a:schemeClr val="accent6"/>
              </a:buClr>
              <a:buFont typeface="Arial" panose="020B0604020202020204" pitchFamily="34" charset="0"/>
              <a:buNone/>
              <a:defRPr sz="1800" spc="0" baseline="0">
                <a:solidFill>
                  <a:schemeClr val="bg1"/>
                </a:solidFill>
                <a:latin typeface="+mn-lt"/>
              </a:defRPr>
            </a:lvl1pPr>
            <a:lvl2pPr marL="569214" indent="-285750">
              <a:lnSpc>
                <a:spcPct val="120000"/>
              </a:lnSpc>
              <a:spcBef>
                <a:spcPts val="1000"/>
              </a:spcBef>
              <a:spcAft>
                <a:spcPts val="600"/>
              </a:spcAft>
              <a:buClr>
                <a:schemeClr val="accent3"/>
              </a:buClr>
              <a:buFont typeface="Arial" panose="020B0604020202020204" pitchFamily="34" charset="0"/>
              <a:buChar char="•"/>
              <a:defRPr sz="1800" spc="0"/>
            </a:lvl2pPr>
            <a:lvl3pPr marL="861822" indent="-285750">
              <a:lnSpc>
                <a:spcPct val="120000"/>
              </a:lnSpc>
              <a:spcBef>
                <a:spcPts val="1000"/>
              </a:spcBef>
              <a:spcAft>
                <a:spcPts val="600"/>
              </a:spcAft>
              <a:buClr>
                <a:schemeClr val="accent3"/>
              </a:buClr>
              <a:buFont typeface="Arial" panose="020B0604020202020204" pitchFamily="34" charset="0"/>
              <a:buChar char="•"/>
              <a:defRPr sz="1800" spc="0"/>
            </a:lvl3pPr>
            <a:lvl4pPr marL="1152144" indent="-285750">
              <a:lnSpc>
                <a:spcPct val="120000"/>
              </a:lnSpc>
              <a:spcBef>
                <a:spcPts val="1000"/>
              </a:spcBef>
              <a:spcAft>
                <a:spcPts val="600"/>
              </a:spcAft>
              <a:buClr>
                <a:schemeClr val="accent3"/>
              </a:buClr>
              <a:buFont typeface="Arial" panose="020B0604020202020204" pitchFamily="34" charset="0"/>
              <a:buChar cha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cxnSp>
        <p:nvCxnSpPr>
          <p:cNvPr id="4" name="Straight Connector 3">
            <a:extLst>
              <a:ext uri="{FF2B5EF4-FFF2-40B4-BE49-F238E27FC236}">
                <a16:creationId xmlns:a16="http://schemas.microsoft.com/office/drawing/2014/main" id="{F0712911-615E-724B-FC0F-996291526D31}"/>
              </a:ext>
              <a:ext uri="{C183D7F6-B498-43B3-948B-1728B52AA6E4}">
                <adec:decorative xmlns:adec="http://schemas.microsoft.com/office/drawing/2017/decorative" val="1"/>
              </a:ext>
            </a:extLst>
          </p:cNvPr>
          <p:cNvCxnSpPr>
            <a:cxnSpLocks/>
          </p:cNvCxnSpPr>
          <p:nvPr userDrawn="1"/>
        </p:nvCxnSpPr>
        <p:spPr>
          <a:xfrm>
            <a:off x="6889627" y="2679480"/>
            <a:ext cx="4352662"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30826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Title and 2 column">
    <p:bg>
      <p:bgPr>
        <a:gradFill>
          <a:gsLst>
            <a:gs pos="100000">
              <a:schemeClr val="tx2"/>
            </a:gs>
            <a:gs pos="81000">
              <a:schemeClr val="accent6"/>
            </a:gs>
            <a:gs pos="55000">
              <a:srgbClr val="02090E"/>
            </a:gs>
            <a:gs pos="14000">
              <a:schemeClr val="accent4">
                <a:lumMod val="75000"/>
              </a:schemeClr>
            </a:gs>
            <a:gs pos="0">
              <a:schemeClr val="accent4"/>
            </a:gs>
          </a:gsLst>
          <a:lin ang="27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FFF0E2-6B47-67EB-D6AA-D972E7B7C367}"/>
              </a:ext>
              <a:ext uri="{C183D7F6-B498-43B3-948B-1728B52AA6E4}">
                <adec:decorative xmlns:adec="http://schemas.microsoft.com/office/drawing/2017/decorative" val="1"/>
              </a:ext>
            </a:extLst>
          </p:cNvPr>
          <p:cNvSpPr/>
          <p:nvPr userDrawn="1"/>
        </p:nvSpPr>
        <p:spPr>
          <a:xfrm>
            <a:off x="0" y="-6350"/>
            <a:ext cx="4646951"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Nova"/>
              <a:ea typeface="+mn-ea"/>
              <a:cs typeface="+mn-cs"/>
            </a:endParaRPr>
          </a:p>
        </p:txBody>
      </p:sp>
      <p:cxnSp>
        <p:nvCxnSpPr>
          <p:cNvPr id="4" name="Straight Connector 3">
            <a:extLst>
              <a:ext uri="{FF2B5EF4-FFF2-40B4-BE49-F238E27FC236}">
                <a16:creationId xmlns:a16="http://schemas.microsoft.com/office/drawing/2014/main" id="{94827F6F-999F-23E9-8C09-325D1A76B07A}"/>
              </a:ext>
              <a:ext uri="{C183D7F6-B498-43B3-948B-1728B52AA6E4}">
                <adec:decorative xmlns:adec="http://schemas.microsoft.com/office/drawing/2017/decorative" val="1"/>
              </a:ext>
            </a:extLst>
          </p:cNvPr>
          <p:cNvCxnSpPr>
            <a:cxnSpLocks/>
          </p:cNvCxnSpPr>
          <p:nvPr userDrawn="1"/>
        </p:nvCxnSpPr>
        <p:spPr>
          <a:xfrm>
            <a:off x="835831" y="2680134"/>
            <a:ext cx="3114078"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835370" y="171396"/>
            <a:ext cx="3736630" cy="2202350"/>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841716" y="3078480"/>
            <a:ext cx="3108193" cy="3047997"/>
          </a:xfrm>
        </p:spPr>
        <p:txBody>
          <a:bodyPr/>
          <a:lstStyle>
            <a:lvl1pPr marL="0" indent="0">
              <a:lnSpc>
                <a:spcPct val="120000"/>
              </a:lnSpc>
              <a:spcBef>
                <a:spcPts val="1000"/>
              </a:spcBef>
              <a:spcAft>
                <a:spcPts val="600"/>
              </a:spcAft>
              <a:buClr>
                <a:schemeClr val="accent6"/>
              </a:buClr>
              <a:buFont typeface="Arial" panose="020B0604020202020204" pitchFamily="34" charset="0"/>
              <a:buNone/>
              <a:defRPr sz="1800" spc="0" baseline="0">
                <a:solidFill>
                  <a:schemeClr val="bg1"/>
                </a:solidFill>
                <a:latin typeface="+mn-lt"/>
              </a:defRPr>
            </a:lvl1pPr>
            <a:lvl2pPr marL="569214" indent="-285750">
              <a:lnSpc>
                <a:spcPct val="120000"/>
              </a:lnSpc>
              <a:spcBef>
                <a:spcPts val="1000"/>
              </a:spcBef>
              <a:spcAft>
                <a:spcPts val="600"/>
              </a:spcAft>
              <a:buClr>
                <a:schemeClr val="accent3"/>
              </a:buClr>
              <a:buFont typeface="Arial" panose="020B0604020202020204" pitchFamily="34" charset="0"/>
              <a:buChar char="•"/>
              <a:defRPr sz="1800" spc="0"/>
            </a:lvl2pPr>
            <a:lvl3pPr marL="861822" indent="-285750">
              <a:lnSpc>
                <a:spcPct val="120000"/>
              </a:lnSpc>
              <a:spcBef>
                <a:spcPts val="1000"/>
              </a:spcBef>
              <a:spcAft>
                <a:spcPts val="600"/>
              </a:spcAft>
              <a:buClr>
                <a:schemeClr val="accent3"/>
              </a:buClr>
              <a:buFont typeface="Arial" panose="020B0604020202020204" pitchFamily="34" charset="0"/>
              <a:buChar char="•"/>
              <a:defRPr sz="1800" spc="0"/>
            </a:lvl3pPr>
            <a:lvl4pPr marL="1152144" indent="-285750">
              <a:lnSpc>
                <a:spcPct val="120000"/>
              </a:lnSpc>
              <a:spcBef>
                <a:spcPts val="1000"/>
              </a:spcBef>
              <a:spcAft>
                <a:spcPts val="600"/>
              </a:spcAft>
              <a:buClr>
                <a:schemeClr val="accent3"/>
              </a:buClr>
              <a:buFont typeface="Arial" panose="020B0604020202020204" pitchFamily="34" charset="0"/>
              <a:buChar cha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2" name="Table Placeholder 11">
            <a:extLst>
              <a:ext uri="{FF2B5EF4-FFF2-40B4-BE49-F238E27FC236}">
                <a16:creationId xmlns:a16="http://schemas.microsoft.com/office/drawing/2014/main" id="{D360C16C-E69B-FDEF-F033-CA9A2E238288}"/>
              </a:ext>
            </a:extLst>
          </p:cNvPr>
          <p:cNvSpPr>
            <a:spLocks noGrp="1"/>
          </p:cNvSpPr>
          <p:nvPr>
            <p:ph type="tbl" sz="quarter" idx="37"/>
          </p:nvPr>
        </p:nvSpPr>
        <p:spPr>
          <a:xfrm>
            <a:off x="5067300" y="404813"/>
            <a:ext cx="6705600" cy="6048375"/>
          </a:xfrm>
        </p:spPr>
        <p:txBody>
          <a:bodyPr/>
          <a:lstStyle>
            <a:lvl1pPr>
              <a:defRPr sz="2400">
                <a:latin typeface="+mn-lt"/>
              </a:defRPr>
            </a:lvl1pPr>
          </a:lstStyle>
          <a:p>
            <a:r>
              <a:rPr lang="en-US"/>
              <a:t>Click icon to add table</a:t>
            </a:r>
            <a:endParaRPr lang="en-US" dirty="0"/>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Tree>
    <p:extLst>
      <p:ext uri="{BB962C8B-B14F-4D97-AF65-F5344CB8AC3E}">
        <p14:creationId xmlns:p14="http://schemas.microsoft.com/office/powerpoint/2010/main" val="390721985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96A82D-0723-4BA3-0283-9F0D67B0CEF4}"/>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6A20A5FD-BDFB-45F2-E644-E93FB81CA575}"/>
              </a:ext>
              <a:ext uri="{C183D7F6-B498-43B3-948B-1728B52AA6E4}">
                <adec:decorative xmlns:adec="http://schemas.microsoft.com/office/drawing/2017/decorative" val="1"/>
              </a:ext>
            </a:extLst>
          </p:cNvPr>
          <p:cNvCxnSpPr>
            <a:cxnSpLocks/>
          </p:cNvCxnSpPr>
          <p:nvPr userDrawn="1"/>
        </p:nvCxnSpPr>
        <p:spPr>
          <a:xfrm>
            <a:off x="807039" y="1983416"/>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33562" y="433906"/>
            <a:ext cx="10515601" cy="132746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814302" y="2465535"/>
            <a:ext cx="7303538" cy="3427265"/>
          </a:xfrm>
        </p:spPr>
        <p:txBody>
          <a:bodyPr/>
          <a:lstStyle>
            <a:lvl1pPr marL="283464" indent="-283464">
              <a:lnSpc>
                <a:spcPct val="120000"/>
              </a:lnSpc>
              <a:spcBef>
                <a:spcPts val="1000"/>
              </a:spcBef>
              <a:buClr>
                <a:schemeClr val="accent3"/>
              </a:buClr>
              <a:buFont typeface="Arial" panose="020B0604020202020204" pitchFamily="34" charset="0"/>
              <a:buChar char="•"/>
              <a:defRPr sz="1800" spc="0" baseline="0">
                <a:solidFill>
                  <a:schemeClr val="bg1"/>
                </a:solidFill>
                <a:latin typeface="+mn-lt"/>
              </a:defRPr>
            </a:lvl1pPr>
            <a:lvl2pPr marL="566928" indent="-283464">
              <a:lnSpc>
                <a:spcPct val="120000"/>
              </a:lnSpc>
              <a:spcBef>
                <a:spcPts val="500"/>
              </a:spcBef>
              <a:buClr>
                <a:schemeClr val="accent3"/>
              </a:buClr>
              <a:defRPr sz="1800" spc="0"/>
            </a:lvl2pPr>
            <a:lvl3pPr marL="859536" indent="-283464">
              <a:lnSpc>
                <a:spcPct val="120000"/>
              </a:lnSpc>
              <a:spcBef>
                <a:spcPts val="500"/>
              </a:spcBef>
              <a:buClr>
                <a:schemeClr val="accent3"/>
              </a:buClr>
              <a:defRPr sz="1800" spc="0"/>
            </a:lvl3pPr>
            <a:lvl4pPr marL="1152144">
              <a:lnSpc>
                <a:spcPct val="120000"/>
              </a:lnSpc>
              <a:spcBef>
                <a:spcPts val="500"/>
              </a:spcBef>
              <a:buClr>
                <a:schemeClr val="accent3"/>
              </a:buCl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0" name="Content Placeholder 9">
            <a:extLst>
              <a:ext uri="{FF2B5EF4-FFF2-40B4-BE49-F238E27FC236}">
                <a16:creationId xmlns:a16="http://schemas.microsoft.com/office/drawing/2014/main" id="{4E7FC75E-AA73-003E-D4E3-B1819886AF9C}"/>
              </a:ext>
            </a:extLst>
          </p:cNvPr>
          <p:cNvSpPr>
            <a:spLocks noGrp="1"/>
          </p:cNvSpPr>
          <p:nvPr>
            <p:ph sz="quarter" idx="37" hasCustomPrompt="1"/>
          </p:nvPr>
        </p:nvSpPr>
        <p:spPr>
          <a:xfrm>
            <a:off x="8392160" y="2465388"/>
            <a:ext cx="2856865" cy="3427412"/>
          </a:xfrm>
        </p:spPr>
        <p:txBody>
          <a:bodyPr/>
          <a:lstStyle>
            <a:lvl1pPr marL="0" indent="0">
              <a:lnSpc>
                <a:spcPct val="120000"/>
              </a:lnSpc>
              <a:spcBef>
                <a:spcPts val="1000"/>
              </a:spcBef>
              <a:buFont typeface="Arial" panose="020B0604020202020204" pitchFamily="34" charset="0"/>
              <a:buNone/>
              <a:defRPr sz="1800">
                <a:solidFill>
                  <a:schemeClr val="bg1"/>
                </a:solidFill>
                <a:latin typeface="+mn-lt"/>
              </a:defRPr>
            </a:lvl1pPr>
            <a:lvl2pPr marL="457200" indent="0">
              <a:lnSpc>
                <a:spcPct val="120000"/>
              </a:lnSpc>
              <a:spcBef>
                <a:spcPts val="1000"/>
              </a:spcBef>
              <a:buNone/>
              <a:defRPr sz="1600">
                <a:solidFill>
                  <a:schemeClr val="bg1"/>
                </a:solidFill>
                <a:latin typeface="+mn-lt"/>
              </a:defRPr>
            </a:lvl2pPr>
            <a:lvl3pPr marL="914400" indent="0">
              <a:lnSpc>
                <a:spcPct val="120000"/>
              </a:lnSpc>
              <a:spcBef>
                <a:spcPts val="1000"/>
              </a:spcBef>
              <a:buNone/>
              <a:defRPr sz="1400">
                <a:solidFill>
                  <a:schemeClr val="bg1"/>
                </a:solidFill>
                <a:latin typeface="+mn-lt"/>
              </a:defRPr>
            </a:lvl3pPr>
            <a:lvl4pPr marL="1371600" indent="0">
              <a:lnSpc>
                <a:spcPct val="120000"/>
              </a:lnSpc>
              <a:spcBef>
                <a:spcPts val="1000"/>
              </a:spcBef>
              <a:buNone/>
              <a:defRPr sz="1200">
                <a:solidFill>
                  <a:schemeClr val="bg1"/>
                </a:solidFill>
                <a:latin typeface="+mn-lt"/>
              </a:defRPr>
            </a:lvl4pPr>
            <a:lvl5pPr marL="1828800" indent="0">
              <a:lnSpc>
                <a:spcPct val="120000"/>
              </a:lnSpc>
              <a:spcBef>
                <a:spcPts val="1000"/>
              </a:spcBef>
              <a:buNone/>
              <a:defRPr sz="12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32456119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2D51531-1219-2E4B-DCE7-C6FD9D809F0C}"/>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BEC02E56-87A4-158A-F0B0-DB8E9BE3AE5E}"/>
              </a:ext>
              <a:ext uri="{C183D7F6-B498-43B3-948B-1728B52AA6E4}">
                <adec:decorative xmlns:adec="http://schemas.microsoft.com/office/drawing/2017/decorative" val="1"/>
              </a:ext>
            </a:extLst>
          </p:cNvPr>
          <p:cNvCxnSpPr>
            <a:cxnSpLocks/>
          </p:cNvCxnSpPr>
          <p:nvPr userDrawn="1"/>
        </p:nvCxnSpPr>
        <p:spPr>
          <a:xfrm>
            <a:off x="807039" y="1991547"/>
            <a:ext cx="10546763"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835370" y="643842"/>
            <a:ext cx="10515601" cy="1140849"/>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10" name="Table Placeholder 9">
            <a:extLst>
              <a:ext uri="{FF2B5EF4-FFF2-40B4-BE49-F238E27FC236}">
                <a16:creationId xmlns:a16="http://schemas.microsoft.com/office/drawing/2014/main" id="{471D7DE3-05F5-8052-02FA-6EF9717E15BE}"/>
              </a:ext>
            </a:extLst>
          </p:cNvPr>
          <p:cNvSpPr>
            <a:spLocks noGrp="1"/>
          </p:cNvSpPr>
          <p:nvPr>
            <p:ph type="tbl" sz="quarter" idx="13"/>
          </p:nvPr>
        </p:nvSpPr>
        <p:spPr>
          <a:xfrm>
            <a:off x="835025" y="2560638"/>
            <a:ext cx="10515600" cy="3478212"/>
          </a:xfrm>
        </p:spPr>
        <p:txBody>
          <a:bodyPr/>
          <a:lstStyle>
            <a:lvl1pPr>
              <a:defRPr sz="2400">
                <a:latin typeface="+mn-lt"/>
              </a:defRPr>
            </a:lvl1pPr>
          </a:lstStyle>
          <a:p>
            <a:r>
              <a:rPr lang="en-US"/>
              <a:t>Click icon to add table</a:t>
            </a:r>
            <a:endParaRPr lang="en-US" dirty="0"/>
          </a:p>
        </p:txBody>
      </p:sp>
      <p:cxnSp>
        <p:nvCxnSpPr>
          <p:cNvPr id="8" name="Straight Connector 7">
            <a:extLst>
              <a:ext uri="{FF2B5EF4-FFF2-40B4-BE49-F238E27FC236}">
                <a16:creationId xmlns:a16="http://schemas.microsoft.com/office/drawing/2014/main" id="{6468DE94-FC46-A848-7949-ABFEADADEA16}"/>
              </a:ext>
              <a:ext uri="{C183D7F6-B498-43B3-948B-1728B52AA6E4}">
                <adec:decorative xmlns:adec="http://schemas.microsoft.com/office/drawing/2017/decorative" val="1"/>
              </a:ext>
            </a:extLst>
          </p:cNvPr>
          <p:cNvCxnSpPr>
            <a:cxnSpLocks/>
          </p:cNvCxnSpPr>
          <p:nvPr userDrawn="1"/>
        </p:nvCxnSpPr>
        <p:spPr>
          <a:xfrm>
            <a:off x="807039" y="1983705"/>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454591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p:bg>
      <p:bgPr>
        <a:gradFill>
          <a:gsLst>
            <a:gs pos="81987">
              <a:schemeClr val="accent6">
                <a:lumMod val="50000"/>
              </a:schemeClr>
            </a:gs>
            <a:gs pos="35040">
              <a:srgbClr val="020B11"/>
            </a:gs>
            <a:gs pos="11979">
              <a:schemeClr val="accent4">
                <a:lumMod val="50000"/>
              </a:schemeClr>
            </a:gs>
            <a:gs pos="0">
              <a:schemeClr val="accent4"/>
            </a:gs>
            <a:gs pos="99000">
              <a:schemeClr val="tx2"/>
            </a:gs>
          </a:gsLst>
          <a:lin ang="5400000" scaled="1"/>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89F5C3D-E9E6-75E0-BF7D-799B5CFE5ED0}"/>
              </a:ext>
              <a:ext uri="{C183D7F6-B498-43B3-948B-1728B52AA6E4}">
                <adec:decorative xmlns:adec="http://schemas.microsoft.com/office/drawing/2017/decorative" val="1"/>
              </a:ext>
            </a:extLst>
          </p:cNvPr>
          <p:cNvGrpSpPr/>
          <p:nvPr userDrawn="1"/>
        </p:nvGrpSpPr>
        <p:grpSpPr>
          <a:xfrm>
            <a:off x="4575462" y="4137"/>
            <a:ext cx="7616537" cy="6853863"/>
            <a:chOff x="4575462" y="4137"/>
            <a:chExt cx="7616537" cy="6853863"/>
          </a:xfrm>
        </p:grpSpPr>
        <p:grpSp>
          <p:nvGrpSpPr>
            <p:cNvPr id="16" name="Group 15">
              <a:extLst>
                <a:ext uri="{FF2B5EF4-FFF2-40B4-BE49-F238E27FC236}">
                  <a16:creationId xmlns:a16="http://schemas.microsoft.com/office/drawing/2014/main" id="{CDE1D2C2-40C4-6B80-E8C6-B4CE94C23037}"/>
                </a:ext>
              </a:extLst>
            </p:cNvPr>
            <p:cNvGrpSpPr/>
            <p:nvPr/>
          </p:nvGrpSpPr>
          <p:grpSpPr>
            <a:xfrm>
              <a:off x="4575462" y="691665"/>
              <a:ext cx="364018" cy="857035"/>
              <a:chOff x="468157" y="1144246"/>
              <a:chExt cx="364018" cy="857035"/>
            </a:xfrm>
          </p:grpSpPr>
          <p:sp>
            <p:nvSpPr>
              <p:cNvPr id="27" name="Oval 26">
                <a:extLst>
                  <a:ext uri="{FF2B5EF4-FFF2-40B4-BE49-F238E27FC236}">
                    <a16:creationId xmlns:a16="http://schemas.microsoft.com/office/drawing/2014/main" id="{7C904D88-E1BE-F1FA-D405-F55DA966DA84}"/>
                  </a:ext>
                  <a:ext uri="{C183D7F6-B498-43B3-948B-1728B52AA6E4}">
                    <adec:decorative xmlns:adec="http://schemas.microsoft.com/office/drawing/2017/decorative" val="1"/>
                  </a:ext>
                </a:extLst>
              </p:cNvPr>
              <p:cNvSpPr/>
              <p:nvPr/>
            </p:nvSpPr>
            <p:spPr>
              <a:xfrm>
                <a:off x="705405" y="1144246"/>
                <a:ext cx="126770" cy="126770"/>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8" name="Graphic 12">
                <a:extLst>
                  <a:ext uri="{FF2B5EF4-FFF2-40B4-BE49-F238E27FC236}">
                    <a16:creationId xmlns:a16="http://schemas.microsoft.com/office/drawing/2014/main" id="{1D8F0816-C429-D32E-058B-33405874DFA7}"/>
                  </a:ext>
                  <a:ext uri="{C183D7F6-B498-43B3-948B-1728B52AA6E4}">
                    <adec:decorative xmlns:adec="http://schemas.microsoft.com/office/drawing/2017/decorative" val="1"/>
                  </a:ext>
                </a:extLst>
              </p:cNvPr>
              <p:cNvSpPr/>
              <p:nvPr/>
            </p:nvSpPr>
            <p:spPr>
              <a:xfrm>
                <a:off x="468157" y="1963496"/>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pic>
          <p:nvPicPr>
            <p:cNvPr id="4" name="Content Placeholder 14">
              <a:extLst>
                <a:ext uri="{FF2B5EF4-FFF2-40B4-BE49-F238E27FC236}">
                  <a16:creationId xmlns:a16="http://schemas.microsoft.com/office/drawing/2014/main" id="{14AC0A97-7D79-3DBE-FB53-A9EBFD806E06}"/>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542796" y="4137"/>
              <a:ext cx="5649203" cy="6853863"/>
            </a:xfrm>
            <a:prstGeom prst="rect">
              <a:avLst/>
            </a:prstGeom>
          </p:spPr>
        </p:pic>
      </p:grpSp>
      <p:sp>
        <p:nvSpPr>
          <p:cNvPr id="2" name="Title 1">
            <a:extLst>
              <a:ext uri="{FF2B5EF4-FFF2-40B4-BE49-F238E27FC236}">
                <a16:creationId xmlns:a16="http://schemas.microsoft.com/office/drawing/2014/main" id="{51E83F98-B388-2594-BACB-E3DB652C97D5}"/>
              </a:ext>
            </a:extLst>
          </p:cNvPr>
          <p:cNvSpPr>
            <a:spLocks noGrp="1"/>
          </p:cNvSpPr>
          <p:nvPr>
            <p:ph type="title" hasCustomPrompt="1"/>
          </p:nvPr>
        </p:nvSpPr>
        <p:spPr>
          <a:xfrm>
            <a:off x="835831" y="173735"/>
            <a:ext cx="4409514" cy="2203704"/>
          </a:xfrm>
        </p:spPr>
        <p:txBody>
          <a:bodyPr anchor="b">
            <a:noAutofit/>
          </a:bodyPr>
          <a:lstStyle>
            <a:lvl1pPr>
              <a:defRPr sz="3200" cap="all" baseline="0">
                <a:solidFill>
                  <a:schemeClr val="accent3"/>
                </a:solidFill>
              </a:defRPr>
            </a:lvl1pPr>
          </a:lstStyle>
          <a:p>
            <a:r>
              <a:rPr lang="en-US" dirty="0"/>
              <a:t>Click to add title</a:t>
            </a:r>
          </a:p>
        </p:txBody>
      </p:sp>
      <p:sp>
        <p:nvSpPr>
          <p:cNvPr id="7" name="Content Placeholder 6">
            <a:extLst>
              <a:ext uri="{FF2B5EF4-FFF2-40B4-BE49-F238E27FC236}">
                <a16:creationId xmlns:a16="http://schemas.microsoft.com/office/drawing/2014/main" id="{0D9D0F3E-69D8-49F3-5D7A-71FDC4E3EEE3}"/>
              </a:ext>
            </a:extLst>
          </p:cNvPr>
          <p:cNvSpPr>
            <a:spLocks noGrp="1"/>
          </p:cNvSpPr>
          <p:nvPr>
            <p:ph sz="quarter" idx="14" hasCustomPrompt="1"/>
          </p:nvPr>
        </p:nvSpPr>
        <p:spPr>
          <a:xfrm>
            <a:off x="831850" y="3079119"/>
            <a:ext cx="4413250" cy="2752725"/>
          </a:xfrm>
        </p:spPr>
        <p:txBody>
          <a:bodyPr/>
          <a:lstStyle>
            <a:lvl1pPr>
              <a:lnSpc>
                <a:spcPct val="120000"/>
              </a:lnSpc>
              <a:spcBef>
                <a:spcPts val="1000"/>
              </a:spcBef>
              <a:defRPr sz="1800">
                <a:solidFill>
                  <a:schemeClr val="bg1"/>
                </a:solidFill>
                <a:latin typeface="+mn-lt"/>
              </a:defRPr>
            </a:lvl1pPr>
            <a:lvl2pPr>
              <a:lnSpc>
                <a:spcPct val="120000"/>
              </a:lnSpc>
              <a:spcBef>
                <a:spcPts val="1000"/>
              </a:spcBef>
              <a:buClr>
                <a:schemeClr val="accent3"/>
              </a:buClr>
              <a:defRPr sz="1600">
                <a:solidFill>
                  <a:schemeClr val="bg1"/>
                </a:solidFill>
                <a:latin typeface="+mn-lt"/>
              </a:defRPr>
            </a:lvl2pPr>
            <a:lvl3pPr>
              <a:lnSpc>
                <a:spcPct val="120000"/>
              </a:lnSpc>
              <a:spcBef>
                <a:spcPts val="1000"/>
              </a:spcBef>
              <a:buClr>
                <a:schemeClr val="accent3"/>
              </a:buClr>
              <a:defRPr sz="1400">
                <a:solidFill>
                  <a:schemeClr val="bg1"/>
                </a:solidFill>
                <a:latin typeface="+mn-lt"/>
              </a:defRPr>
            </a:lvl3pPr>
            <a:lvl4pPr>
              <a:lnSpc>
                <a:spcPct val="120000"/>
              </a:lnSpc>
              <a:spcBef>
                <a:spcPts val="1000"/>
              </a:spcBef>
              <a:buClr>
                <a:schemeClr val="accent3"/>
              </a:buClr>
              <a:defRPr sz="1200">
                <a:solidFill>
                  <a:schemeClr val="bg1"/>
                </a:solidFill>
                <a:latin typeface="+mn-lt"/>
              </a:defRPr>
            </a:lvl4pPr>
            <a:lvl5pPr>
              <a:lnSpc>
                <a:spcPct val="120000"/>
              </a:lnSpc>
              <a:spcBef>
                <a:spcPts val="1000"/>
              </a:spcBef>
              <a:buClr>
                <a:schemeClr val="accent3"/>
              </a:buClr>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61CFC792-44F7-2497-E19D-8FB08AFF94F7}"/>
              </a:ext>
              <a:ext uri="{C183D7F6-B498-43B3-948B-1728B52AA6E4}">
                <adec:decorative xmlns:adec="http://schemas.microsoft.com/office/drawing/2017/decorative" val="1"/>
              </a:ext>
            </a:extLst>
          </p:cNvPr>
          <p:cNvCxnSpPr>
            <a:cxnSpLocks/>
          </p:cNvCxnSpPr>
          <p:nvPr userDrawn="1"/>
        </p:nvCxnSpPr>
        <p:spPr>
          <a:xfrm>
            <a:off x="835831" y="2679192"/>
            <a:ext cx="4101929"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826071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tx1"/>
            </a:gs>
            <a:gs pos="99000">
              <a:srgbClr val="05202E"/>
            </a:gs>
          </a:gsLst>
          <a:lin ang="5400000" scaled="1"/>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3EA418-19D1-0D4D-BE52-40A86E32FB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2BAE0C-5187-A64D-A481-E69245670354}"/>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9759C05-48F5-9346-8256-5B61C6990E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noAutofit/>
          </a:bodyPr>
          <a:lstStyle>
            <a:lvl1pPr algn="l">
              <a:defRPr sz="1200">
                <a:solidFill>
                  <a:schemeClr val="bg1"/>
                </a:solidFill>
                <a:latin typeface="+mj-lt"/>
                <a:cs typeface="Biome" panose="020B0503030204020804" pitchFamily="34" charset="0"/>
              </a:defRPr>
            </a:lvl1pPr>
          </a:lstStyle>
          <a:p>
            <a:endParaRPr lang="en-US" dirty="0"/>
          </a:p>
        </p:txBody>
      </p:sp>
      <p:sp>
        <p:nvSpPr>
          <p:cNvPr id="5" name="Footer Placeholder 4">
            <a:extLst>
              <a:ext uri="{FF2B5EF4-FFF2-40B4-BE49-F238E27FC236}">
                <a16:creationId xmlns:a16="http://schemas.microsoft.com/office/drawing/2014/main" id="{84175D63-7351-9C4A-AEE0-10E27B3B64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bg1"/>
                </a:solidFill>
                <a:latin typeface="+mj-lt"/>
                <a:cs typeface="Biome" panose="020B0503030204020804" pitchFamily="34" charset="0"/>
              </a:defRPr>
            </a:lvl1pPr>
          </a:lstStyle>
          <a:p>
            <a:r>
              <a:rPr lang="en-US" dirty="0"/>
              <a:t>Presentation title</a:t>
            </a:r>
          </a:p>
        </p:txBody>
      </p:sp>
      <p:sp>
        <p:nvSpPr>
          <p:cNvPr id="6" name="Slide Number Placeholder 5">
            <a:extLst>
              <a:ext uri="{FF2B5EF4-FFF2-40B4-BE49-F238E27FC236}">
                <a16:creationId xmlns:a16="http://schemas.microsoft.com/office/drawing/2014/main" id="{7350889F-2BBA-5F45-95BC-BEA6688167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noAutofit/>
          </a:bodyPr>
          <a:lstStyle>
            <a:lvl1pPr algn="r">
              <a:defRPr sz="1200">
                <a:solidFill>
                  <a:schemeClr val="bg1"/>
                </a:solidFill>
                <a:latin typeface="+mj-lt"/>
                <a:cs typeface="Biome" panose="020B0503030204020804" pitchFamily="34" charset="0"/>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955693199"/>
      </p:ext>
    </p:extLst>
  </p:cSld>
  <p:clrMap bg1="lt1" tx1="dk1" bg2="lt2" tx2="dk2" accent1="accent1" accent2="accent2" accent3="accent3" accent4="accent4" accent5="accent5" accent6="accent6" hlink="hlink" folHlink="folHlink"/>
  <p:sldLayoutIdLst>
    <p:sldLayoutId id="2147483657" r:id="rId1"/>
    <p:sldLayoutId id="2147483679" r:id="rId2"/>
    <p:sldLayoutId id="2147483669" r:id="rId3"/>
    <p:sldLayoutId id="2147483672" r:id="rId4"/>
    <p:sldLayoutId id="2147483673" r:id="rId5"/>
    <p:sldLayoutId id="2147483674" r:id="rId6"/>
    <p:sldLayoutId id="2147483671" r:id="rId7"/>
    <p:sldLayoutId id="2147483675" r:id="rId8"/>
    <p:sldLayoutId id="2147483676" r:id="rId9"/>
    <p:sldLayoutId id="2147483670" r:id="rId10"/>
    <p:sldLayoutId id="2147483677" r:id="rId11"/>
    <p:sldLayoutId id="2147483678" r:id="rId12"/>
    <p:sldLayoutId id="2147483664" r:id="rId13"/>
    <p:sldLayoutId id="2147483663" r:id="rId14"/>
  </p:sldLayoutIdLst>
  <p:hf hdr="0" ftr="0" dt="0"/>
  <p:txStyles>
    <p:titleStyle>
      <a:lvl1pPr algn="l" defTabSz="914400" rtl="0" eaLnBrk="1" latinLnBrk="0" hangingPunct="1">
        <a:lnSpc>
          <a:spcPct val="90000"/>
        </a:lnSpc>
        <a:spcBef>
          <a:spcPct val="0"/>
        </a:spcBef>
        <a:buNone/>
        <a:defRPr sz="4400" kern="1200" spc="300" baseline="0">
          <a:solidFill>
            <a:schemeClr val="bg1"/>
          </a:solidFill>
          <a:latin typeface="+mj-lt"/>
          <a:ea typeface="+mj-ea"/>
          <a:cs typeface="Biome" panose="020B05030302040208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accent3"/>
          </a:solidFill>
          <a:latin typeface="+mj-lt"/>
          <a:ea typeface="+mn-ea"/>
          <a:cs typeface="Biome" panose="020B0503030204020804" pitchFamily="34" charset="0"/>
        </a:defRPr>
      </a:lvl1pPr>
      <a:lvl2pPr marL="800100" indent="-342900" algn="l" defTabSz="914400" rtl="0" eaLnBrk="1" latinLnBrk="0" hangingPunct="1">
        <a:lnSpc>
          <a:spcPct val="90000"/>
        </a:lnSpc>
        <a:spcBef>
          <a:spcPts val="500"/>
        </a:spcBef>
        <a:buClr>
          <a:schemeClr val="accent6"/>
        </a:buClr>
        <a:buFont typeface="Arial" panose="020B0604020202020204" pitchFamily="34" charset="0"/>
        <a:buChar char="•"/>
        <a:defRPr sz="2400" kern="1200">
          <a:solidFill>
            <a:schemeClr val="bg1"/>
          </a:solidFill>
          <a:latin typeface="+mn-lt"/>
          <a:ea typeface="+mn-ea"/>
          <a:cs typeface="+mn-cs"/>
        </a:defRPr>
      </a:lvl2pPr>
      <a:lvl3pPr marL="1257300" indent="-342900" algn="l"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bg1"/>
          </a:solidFill>
          <a:latin typeface="+mn-lt"/>
          <a:ea typeface="+mn-ea"/>
          <a:cs typeface="+mn-cs"/>
        </a:defRPr>
      </a:lvl3pPr>
      <a:lvl4pPr marL="16573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4pPr>
      <a:lvl5pPr marL="21145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3597E12-8B41-E275-CDF1-81D7EEE85C9C}"/>
              </a:ext>
            </a:extLst>
          </p:cNvPr>
          <p:cNvSpPr>
            <a:spLocks noGrp="1"/>
          </p:cNvSpPr>
          <p:nvPr>
            <p:ph type="title"/>
          </p:nvPr>
        </p:nvSpPr>
        <p:spPr>
          <a:xfrm>
            <a:off x="-230910" y="1574799"/>
            <a:ext cx="12422909" cy="3389746"/>
          </a:xfrm>
        </p:spPr>
        <p:txBody>
          <a:bodyPr/>
          <a:lstStyle/>
          <a:p>
            <a:r>
              <a:rPr lang="en-US" b="1" i="0" dirty="0">
                <a:effectLst/>
                <a:latin typeface="Helvetica" pitchFamily="2" charset="0"/>
              </a:rPr>
              <a:t>Student</a:t>
            </a:r>
            <a:br>
              <a:rPr lang="en-US" dirty="0">
                <a:effectLst/>
                <a:latin typeface="Helvetica" pitchFamily="2" charset="0"/>
              </a:rPr>
            </a:br>
            <a:r>
              <a:rPr lang="en-US" b="1" i="0" dirty="0">
                <a:effectLst/>
                <a:latin typeface="Helvetica" pitchFamily="2" charset="0"/>
              </a:rPr>
              <a:t>Management</a:t>
            </a:r>
            <a:br>
              <a:rPr lang="en-US" dirty="0">
                <a:effectLst/>
                <a:latin typeface="Helvetica" pitchFamily="2" charset="0"/>
              </a:rPr>
            </a:br>
            <a:r>
              <a:rPr lang="en-US" b="1" i="0" dirty="0">
                <a:effectLst/>
                <a:latin typeface="Helvetica" pitchFamily="2" charset="0"/>
              </a:rPr>
              <a:t>System</a:t>
            </a:r>
            <a:endParaRPr lang="en-US" b="1" dirty="0">
              <a:effectLst/>
              <a:latin typeface="Helvetica" pitchFamily="2" charset="0"/>
            </a:endParaRPr>
          </a:p>
        </p:txBody>
      </p:sp>
    </p:spTree>
    <p:extLst>
      <p:ext uri="{BB962C8B-B14F-4D97-AF65-F5344CB8AC3E}">
        <p14:creationId xmlns:p14="http://schemas.microsoft.com/office/powerpoint/2010/main" val="2498031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chemeClr val="tx2"/>
            </a:gs>
            <a:gs pos="81000">
              <a:schemeClr val="accent6"/>
            </a:gs>
            <a:gs pos="55000">
              <a:srgbClr val="02090E"/>
            </a:gs>
            <a:gs pos="14000">
              <a:schemeClr val="accent4">
                <a:lumMod val="75000"/>
              </a:schemeClr>
            </a:gs>
            <a:gs pos="0">
              <a:schemeClr val="accent4"/>
            </a:gs>
          </a:gsLst>
          <a:lin ang="2700000" scaled="1"/>
          <a:tileRect/>
        </a:gradFill>
        <a:effectLst/>
      </p:bgPr>
    </p:bg>
    <p:spTree>
      <p:nvGrpSpPr>
        <p:cNvPr id="1" name=""/>
        <p:cNvGrpSpPr/>
        <p:nvPr/>
      </p:nvGrpSpPr>
      <p:grpSpPr>
        <a:xfrm>
          <a:off x="0" y="0"/>
          <a:ext cx="0" cy="0"/>
          <a:chOff x="0" y="0"/>
          <a:chExt cx="0" cy="0"/>
        </a:xfrm>
      </p:grpSpPr>
      <p:sp>
        <p:nvSpPr>
          <p:cNvPr id="31" name="Text Placeholder 3">
            <a:extLst>
              <a:ext uri="{FF2B5EF4-FFF2-40B4-BE49-F238E27FC236}">
                <a16:creationId xmlns:a16="http://schemas.microsoft.com/office/drawing/2014/main" id="{F1239C0E-3F39-787D-0FC3-6B7C9BA37E8F}"/>
              </a:ext>
            </a:extLst>
          </p:cNvPr>
          <p:cNvSpPr>
            <a:spLocks noGrp="1"/>
          </p:cNvSpPr>
          <p:nvPr>
            <p:ph sz="quarter" idx="10"/>
          </p:nvPr>
        </p:nvSpPr>
        <p:spPr>
          <a:xfrm>
            <a:off x="838201" y="3097848"/>
            <a:ext cx="4466504" cy="3405187"/>
          </a:xfrm>
        </p:spPr>
        <p:txBody>
          <a:bodyPr anchor="t"/>
          <a:lstStyle/>
          <a:p>
            <a:r>
              <a:rPr lang="en-IN" dirty="0"/>
              <a:t>Presented by :</a:t>
            </a:r>
          </a:p>
          <a:p>
            <a:r>
              <a:rPr lang="en-IN" dirty="0"/>
              <a:t>Anand </a:t>
            </a:r>
            <a:r>
              <a:rPr lang="en-IN" dirty="0" err="1"/>
              <a:t>jaswanth</a:t>
            </a:r>
            <a:r>
              <a:rPr lang="en-IN" dirty="0"/>
              <a:t> -25A31A04I5</a:t>
            </a:r>
          </a:p>
          <a:p>
            <a:r>
              <a:rPr lang="en-IN" dirty="0"/>
              <a:t>Md Haneef – 25A31A04I4</a:t>
            </a:r>
          </a:p>
          <a:p>
            <a:r>
              <a:rPr lang="en-IN" dirty="0"/>
              <a:t>Indu Harshitha – 25A31A04F4</a:t>
            </a:r>
          </a:p>
          <a:p>
            <a:r>
              <a:rPr lang="en-IN" dirty="0"/>
              <a:t>Mahima – 25A31A04F3</a:t>
            </a:r>
            <a:endParaRPr lang="en-US" dirty="0"/>
          </a:p>
        </p:txBody>
      </p:sp>
      <p:sp>
        <p:nvSpPr>
          <p:cNvPr id="5" name="Title 2">
            <a:extLst>
              <a:ext uri="{FF2B5EF4-FFF2-40B4-BE49-F238E27FC236}">
                <a16:creationId xmlns:a16="http://schemas.microsoft.com/office/drawing/2014/main" id="{03292F2A-B8BD-CB1A-5FFC-5AA2F46ADBD1}"/>
              </a:ext>
            </a:extLst>
          </p:cNvPr>
          <p:cNvSpPr txBox="1">
            <a:spLocks noGrp="1"/>
          </p:cNvSpPr>
          <p:nvPr>
            <p:ph type="title"/>
          </p:nvPr>
        </p:nvSpPr>
        <p:spPr>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kern="1200" cap="all" spc="300" baseline="0">
                <a:solidFill>
                  <a:schemeClr val="accent3">
                    <a:lumMod val="75000"/>
                  </a:schemeClr>
                </a:solidFill>
                <a:latin typeface="+mj-lt"/>
                <a:ea typeface="+mj-ea"/>
                <a:cs typeface="Biome" panose="020B0503030204020804" pitchFamily="34" charset="0"/>
              </a:defRPr>
            </a:lvl1pPr>
          </a:lstStyle>
          <a:p>
            <a:r>
              <a:rPr lang="en-US" dirty="0">
                <a:latin typeface="Helvetica" pitchFamily="2" charset="0"/>
              </a:rPr>
              <a:t>Student</a:t>
            </a:r>
            <a:br>
              <a:rPr lang="en-US" dirty="0">
                <a:latin typeface="Helvetica" pitchFamily="2" charset="0"/>
              </a:rPr>
            </a:br>
            <a:r>
              <a:rPr lang="en-US" dirty="0">
                <a:latin typeface="Helvetica" pitchFamily="2" charset="0"/>
              </a:rPr>
              <a:t>Management</a:t>
            </a:r>
            <a:br>
              <a:rPr lang="en-US" dirty="0">
                <a:latin typeface="Helvetica" pitchFamily="2" charset="0"/>
              </a:rPr>
            </a:br>
            <a:r>
              <a:rPr lang="en-US" dirty="0">
                <a:latin typeface="Helvetica" pitchFamily="2" charset="0"/>
              </a:rPr>
              <a:t>System</a:t>
            </a:r>
          </a:p>
        </p:txBody>
      </p:sp>
    </p:spTree>
    <p:extLst>
      <p:ext uri="{BB962C8B-B14F-4D97-AF65-F5344CB8AC3E}">
        <p14:creationId xmlns:p14="http://schemas.microsoft.com/office/powerpoint/2010/main" val="1460159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60903-003B-273E-3584-5312F76C3EF3}"/>
              </a:ext>
            </a:extLst>
          </p:cNvPr>
          <p:cNvSpPr>
            <a:spLocks noGrp="1"/>
          </p:cNvSpPr>
          <p:nvPr>
            <p:ph type="title"/>
          </p:nvPr>
        </p:nvSpPr>
        <p:spPr>
          <a:xfrm>
            <a:off x="3305668" y="488324"/>
            <a:ext cx="7420819" cy="1656304"/>
          </a:xfrm>
        </p:spPr>
        <p:txBody>
          <a:bodyPr/>
          <a:lstStyle/>
          <a:p>
            <a:r>
              <a:rPr lang="en-US" b="1" i="0" dirty="0">
                <a:effectLst/>
                <a:latin typeface="Helvetica" pitchFamily="2" charset="0"/>
              </a:rPr>
              <a:t>ABSTRACT</a:t>
            </a:r>
            <a:br>
              <a:rPr lang="en-US" dirty="0">
                <a:effectLst/>
                <a:latin typeface="Helvetica" pitchFamily="2" charset="0"/>
              </a:rPr>
            </a:br>
            <a:endParaRPr lang="en-US" dirty="0"/>
          </a:p>
        </p:txBody>
      </p:sp>
      <p:sp>
        <p:nvSpPr>
          <p:cNvPr id="4" name="Content Placeholder 3">
            <a:extLst>
              <a:ext uri="{FF2B5EF4-FFF2-40B4-BE49-F238E27FC236}">
                <a16:creationId xmlns:a16="http://schemas.microsoft.com/office/drawing/2014/main" id="{74160DFF-2E7E-7A22-819A-C011020DFF01}"/>
              </a:ext>
            </a:extLst>
          </p:cNvPr>
          <p:cNvSpPr>
            <a:spLocks noGrp="1"/>
          </p:cNvSpPr>
          <p:nvPr>
            <p:ph sz="quarter" idx="31"/>
          </p:nvPr>
        </p:nvSpPr>
        <p:spPr>
          <a:xfrm>
            <a:off x="3305670" y="2457660"/>
            <a:ext cx="7420817" cy="4400340"/>
          </a:xfrm>
        </p:spPr>
        <p:txBody>
          <a:bodyPr/>
          <a:lstStyle/>
          <a:p>
            <a:r>
              <a:rPr lang="en-US" b="0" i="0" dirty="0">
                <a:effectLst/>
                <a:latin typeface="Helvetica" pitchFamily="2" charset="0"/>
              </a:rPr>
              <a:t>This project presents a Student Management System developed using the C programming language to efficiently manage and organize student identification details. The system is designed to store essential student information such as Name, Aadhar Number, APAAR ID, Email ID, and Phone Number in a structured manner using arrays and structures.</a:t>
            </a:r>
            <a:endParaRPr lang="en-US" dirty="0">
              <a:effectLst/>
              <a:latin typeface="Helvetica" pitchFamily="2" charset="0"/>
            </a:endParaRPr>
          </a:p>
          <a:p>
            <a:r>
              <a:rPr lang="en-US" b="0" i="0" dirty="0">
                <a:effectLst/>
                <a:latin typeface="Helvetica" pitchFamily="2" charset="0"/>
              </a:rPr>
              <a:t>The application provides a menu-driven interface that allows users to perform operations like adding new student records, displaying all stored records, and searching for a specific student using the Aadhar number. This project demonstrates the practical use of structured programming concepts, including data structures, string manipulation, loops, and conditional statements.</a:t>
            </a:r>
            <a:endParaRPr lang="en-US" dirty="0">
              <a:effectLst/>
              <a:latin typeface="Helvetica" pitchFamily="2" charset="0"/>
            </a:endParaRPr>
          </a:p>
        </p:txBody>
      </p:sp>
      <p:sp>
        <p:nvSpPr>
          <p:cNvPr id="3" name="Slide Number Placeholder 2">
            <a:extLst>
              <a:ext uri="{FF2B5EF4-FFF2-40B4-BE49-F238E27FC236}">
                <a16:creationId xmlns:a16="http://schemas.microsoft.com/office/drawing/2014/main" id="{64347AE7-D6A2-42FB-3D58-6297742FC352}"/>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3</a:t>
            </a:fld>
            <a:endParaRPr lang="en-US" dirty="0"/>
          </a:p>
        </p:txBody>
      </p:sp>
    </p:spTree>
    <p:extLst>
      <p:ext uri="{BB962C8B-B14F-4D97-AF65-F5344CB8AC3E}">
        <p14:creationId xmlns:p14="http://schemas.microsoft.com/office/powerpoint/2010/main" val="1962637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87B8B6A-2B28-5C38-80E7-0EBE705FFBBF}"/>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4</a:t>
            </a:fld>
            <a:endParaRPr lang="en-US" dirty="0"/>
          </a:p>
        </p:txBody>
      </p:sp>
      <p:graphicFrame>
        <p:nvGraphicFramePr>
          <p:cNvPr id="8" name="Content Placeholder 7">
            <a:extLst>
              <a:ext uri="{FF2B5EF4-FFF2-40B4-BE49-F238E27FC236}">
                <a16:creationId xmlns:a16="http://schemas.microsoft.com/office/drawing/2014/main" id="{DD0A3DE8-A712-7E5F-7724-F1D7A13AD2D1}"/>
              </a:ext>
            </a:extLst>
          </p:cNvPr>
          <p:cNvGraphicFramePr>
            <a:graphicFrameLocks noGrp="1"/>
          </p:cNvGraphicFramePr>
          <p:nvPr>
            <p:ph sz="quarter" idx="35"/>
            <p:extLst>
              <p:ext uri="{D42A27DB-BD31-4B8C-83A1-F6EECF244321}">
                <p14:modId xmlns:p14="http://schemas.microsoft.com/office/powerpoint/2010/main" val="2228589338"/>
              </p:ext>
            </p:extLst>
          </p:nvPr>
        </p:nvGraphicFramePr>
        <p:xfrm>
          <a:off x="-1145857" y="11874934"/>
          <a:ext cx="3775074" cy="1874520"/>
        </p:xfrm>
        <a:graphic>
          <a:graphicData uri="http://schemas.openxmlformats.org/drawingml/2006/table">
            <a:tbl>
              <a:tblPr firstRow="1" bandRow="1">
                <a:tableStyleId>{10A1B5D5-9B99-4C35-A422-299274C87663}</a:tableStyleId>
              </a:tblPr>
              <a:tblGrid>
                <a:gridCol w="1258358">
                  <a:extLst>
                    <a:ext uri="{9D8B030D-6E8A-4147-A177-3AD203B41FA5}">
                      <a16:colId xmlns:a16="http://schemas.microsoft.com/office/drawing/2014/main" val="3261675265"/>
                    </a:ext>
                  </a:extLst>
                </a:gridCol>
                <a:gridCol w="1258358">
                  <a:extLst>
                    <a:ext uri="{9D8B030D-6E8A-4147-A177-3AD203B41FA5}">
                      <a16:colId xmlns:a16="http://schemas.microsoft.com/office/drawing/2014/main" val="1295417252"/>
                    </a:ext>
                  </a:extLst>
                </a:gridCol>
                <a:gridCol w="1258358">
                  <a:extLst>
                    <a:ext uri="{9D8B030D-6E8A-4147-A177-3AD203B41FA5}">
                      <a16:colId xmlns:a16="http://schemas.microsoft.com/office/drawing/2014/main" val="2818066557"/>
                    </a:ext>
                  </a:extLst>
                </a:gridCol>
              </a:tblGrid>
              <a:tr h="624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62201158"/>
                  </a:ext>
                </a:extLst>
              </a:tr>
              <a:tr h="624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72292775"/>
                  </a:ext>
                </a:extLst>
              </a:tr>
              <a:tr h="624840">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789282632"/>
                  </a:ext>
                </a:extLst>
              </a:tr>
            </a:tbl>
          </a:graphicData>
        </a:graphic>
      </p:graphicFrame>
      <p:sp>
        <p:nvSpPr>
          <p:cNvPr id="10" name="Title 9">
            <a:extLst>
              <a:ext uri="{FF2B5EF4-FFF2-40B4-BE49-F238E27FC236}">
                <a16:creationId xmlns:a16="http://schemas.microsoft.com/office/drawing/2014/main" id="{426D10A1-376F-F79C-7CB8-615EEDD00E8F}"/>
              </a:ext>
            </a:extLst>
          </p:cNvPr>
          <p:cNvSpPr>
            <a:spLocks noGrp="1"/>
          </p:cNvSpPr>
          <p:nvPr>
            <p:ph type="title"/>
          </p:nvPr>
        </p:nvSpPr>
        <p:spPr/>
        <p:txBody>
          <a:bodyPr/>
          <a:lstStyle/>
          <a:p>
            <a:r>
              <a:rPr lang="en-US" b="1" i="0" dirty="0">
                <a:effectLst/>
                <a:latin typeface="Helvetica" pitchFamily="2" charset="0"/>
              </a:rPr>
              <a:t>INTRODUCTION</a:t>
            </a:r>
            <a:endParaRPr lang="en-US" b="1" dirty="0">
              <a:effectLst/>
              <a:latin typeface="Helvetica" pitchFamily="2" charset="0"/>
            </a:endParaRPr>
          </a:p>
        </p:txBody>
      </p:sp>
      <p:sp>
        <p:nvSpPr>
          <p:cNvPr id="12" name="Content Placeholder 11">
            <a:extLst>
              <a:ext uri="{FF2B5EF4-FFF2-40B4-BE49-F238E27FC236}">
                <a16:creationId xmlns:a16="http://schemas.microsoft.com/office/drawing/2014/main" id="{AED148E6-81C4-8EC3-28DD-9D7BB876F709}"/>
              </a:ext>
            </a:extLst>
          </p:cNvPr>
          <p:cNvSpPr>
            <a:spLocks noGrp="1"/>
          </p:cNvSpPr>
          <p:nvPr>
            <p:ph sz="quarter" idx="36"/>
          </p:nvPr>
        </p:nvSpPr>
        <p:spPr>
          <a:xfrm>
            <a:off x="2358736" y="2130195"/>
            <a:ext cx="6782235" cy="4461128"/>
          </a:xfrm>
        </p:spPr>
        <p:txBody>
          <a:bodyPr/>
          <a:lstStyle/>
          <a:p>
            <a:r>
              <a:rPr lang="en-US" dirty="0"/>
              <a:t>• The Need: In the digital era, manual record-keeping is time-consuming and error-prone.</a:t>
            </a:r>
            <a:endParaRPr lang="en-IN" dirty="0"/>
          </a:p>
          <a:p>
            <a:endParaRPr lang="en-IN" dirty="0"/>
          </a:p>
          <a:p>
            <a:r>
              <a:rPr lang="en-US" dirty="0"/>
              <a:t>• The Solution: An organized C-programming solution to store and access academic/administrative data accurately.</a:t>
            </a:r>
            <a:endParaRPr lang="en-IN" dirty="0"/>
          </a:p>
          <a:p>
            <a:endParaRPr lang="en-IN" dirty="0"/>
          </a:p>
          <a:p>
            <a:r>
              <a:rPr lang="en-US" dirty="0"/>
              <a:t>• Objective: To solve real-world data management problems systematically as student numbers increase.</a:t>
            </a:r>
          </a:p>
        </p:txBody>
      </p:sp>
    </p:spTree>
    <p:extLst>
      <p:ext uri="{BB962C8B-B14F-4D97-AF65-F5344CB8AC3E}">
        <p14:creationId xmlns:p14="http://schemas.microsoft.com/office/powerpoint/2010/main" val="2728059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3EB8B-0AB9-7554-AEEA-E8D744959E9A}"/>
              </a:ext>
            </a:extLst>
          </p:cNvPr>
          <p:cNvSpPr>
            <a:spLocks noGrp="1"/>
          </p:cNvSpPr>
          <p:nvPr>
            <p:ph type="title"/>
          </p:nvPr>
        </p:nvSpPr>
        <p:spPr>
          <a:xfrm>
            <a:off x="6889627" y="173736"/>
            <a:ext cx="4352662" cy="2203704"/>
          </a:xfrm>
        </p:spPr>
        <p:txBody>
          <a:bodyPr/>
          <a:lstStyle/>
          <a:p>
            <a:pPr lvl="0"/>
            <a:r>
              <a:rPr lang="en-IN" dirty="0"/>
              <a:t>SOFTWARE REQUIREMENTS</a:t>
            </a:r>
            <a:endParaRPr lang="en-US" noProof="0" dirty="0"/>
          </a:p>
        </p:txBody>
      </p:sp>
      <p:pic>
        <p:nvPicPr>
          <p:cNvPr id="6" name="Picture Placeholder 5" descr="A blue and purple spiral">
            <a:extLst>
              <a:ext uri="{FF2B5EF4-FFF2-40B4-BE49-F238E27FC236}">
                <a16:creationId xmlns:a16="http://schemas.microsoft.com/office/drawing/2014/main" id="{05B64636-376E-96D4-B550-D764B2C6A6A7}"/>
              </a:ext>
            </a:extLst>
          </p:cNvPr>
          <p:cNvPicPr>
            <a:picLocks noGrp="1" noChangeAspect="1"/>
          </p:cNvPicPr>
          <p:nvPr>
            <p:ph type="pic" sz="quarter" idx="37"/>
          </p:nvPr>
        </p:nvPicPr>
        <p:blipFill rotWithShape="1">
          <a:blip r:embed="rId3" cstate="screen">
            <a:extLst>
              <a:ext uri="{28A0092B-C50C-407E-A947-70E740481C1C}">
                <a14:useLocalDpi xmlns:a14="http://schemas.microsoft.com/office/drawing/2010/main"/>
              </a:ext>
            </a:extLst>
          </a:blip>
          <a:srcRect t="202" b="202"/>
          <a:stretch/>
        </p:blipFill>
        <p:spPr>
          <a:xfrm>
            <a:off x="336550" y="336550"/>
            <a:ext cx="5303640" cy="6184900"/>
          </a:xfrm>
        </p:spPr>
      </p:pic>
      <p:sp>
        <p:nvSpPr>
          <p:cNvPr id="3" name="Content Placeholder 2">
            <a:extLst>
              <a:ext uri="{FF2B5EF4-FFF2-40B4-BE49-F238E27FC236}">
                <a16:creationId xmlns:a16="http://schemas.microsoft.com/office/drawing/2014/main" id="{FB2F5F9A-B16D-CA49-7F40-A0142E41DC56}"/>
              </a:ext>
            </a:extLst>
          </p:cNvPr>
          <p:cNvSpPr>
            <a:spLocks noGrp="1"/>
          </p:cNvSpPr>
          <p:nvPr>
            <p:ph sz="quarter" idx="36"/>
          </p:nvPr>
        </p:nvSpPr>
        <p:spPr>
          <a:xfrm>
            <a:off x="6996299" y="3203997"/>
            <a:ext cx="4371560" cy="3022201"/>
          </a:xfrm>
        </p:spPr>
        <p:txBody>
          <a:bodyPr anchor="t"/>
          <a:lstStyle/>
          <a:p>
            <a:pPr algn="r" rtl="1"/>
            <a:r>
              <a:rPr lang="en-US" dirty="0">
                <a:solidFill>
                  <a:srgbClr val="000000"/>
                </a:solidFill>
                <a:effectLst/>
                <a:highlight>
                  <a:srgbClr val="C0C0C0"/>
                </a:highlight>
                <a:latin typeface=".AppleSystemUIFont"/>
              </a:rPr>
              <a:t>• Language: Developed using C Programming.• Key Programming Concepts:• Structured data handling (Structures &amp; Arrays).• String operations and manipulation.• Loops and conditional statements.• Functional Features:• Add new student records.• Display all stored records.• Search records using Aadhar number.</a:t>
            </a:r>
          </a:p>
        </p:txBody>
      </p:sp>
      <p:sp>
        <p:nvSpPr>
          <p:cNvPr id="4" name="Slide Number Placeholder 3">
            <a:extLst>
              <a:ext uri="{FF2B5EF4-FFF2-40B4-BE49-F238E27FC236}">
                <a16:creationId xmlns:a16="http://schemas.microsoft.com/office/drawing/2014/main" id="{921DB868-BEE2-49F7-9AC5-A3B143880250}"/>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5</a:t>
            </a:fld>
            <a:endParaRPr lang="en-US" dirty="0"/>
          </a:p>
        </p:txBody>
      </p:sp>
    </p:spTree>
    <p:extLst>
      <p:ext uri="{BB962C8B-B14F-4D97-AF65-F5344CB8AC3E}">
        <p14:creationId xmlns:p14="http://schemas.microsoft.com/office/powerpoint/2010/main" val="910315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E810E-8E37-1D8A-245B-020E4E4C0B9F}"/>
              </a:ext>
            </a:extLst>
          </p:cNvPr>
          <p:cNvSpPr>
            <a:spLocks noGrp="1"/>
          </p:cNvSpPr>
          <p:nvPr>
            <p:ph type="title"/>
          </p:nvPr>
        </p:nvSpPr>
        <p:spPr>
          <a:xfrm>
            <a:off x="733562" y="433906"/>
            <a:ext cx="10515601" cy="1327464"/>
          </a:xfrm>
        </p:spPr>
        <p:txBody>
          <a:bodyPr/>
          <a:lstStyle/>
          <a:p>
            <a:r>
              <a:rPr lang="en-US" b="1" i="0" dirty="0">
                <a:effectLst/>
                <a:latin typeface="Helvetica" pitchFamily="2" charset="0"/>
              </a:rPr>
              <a:t>HARDWARE REQUIREMENTS</a:t>
            </a:r>
            <a:br>
              <a:rPr lang="en-US" b="1" dirty="0">
                <a:effectLst/>
                <a:latin typeface="Helvetica" pitchFamily="2" charset="0"/>
              </a:rPr>
            </a:br>
            <a:endParaRPr lang="en-US" b="1" dirty="0"/>
          </a:p>
        </p:txBody>
      </p:sp>
      <p:sp>
        <p:nvSpPr>
          <p:cNvPr id="4" name="Slide Number Placeholder 3">
            <a:extLst>
              <a:ext uri="{FF2B5EF4-FFF2-40B4-BE49-F238E27FC236}">
                <a16:creationId xmlns:a16="http://schemas.microsoft.com/office/drawing/2014/main" id="{FD1E69EA-A9E8-C521-7C62-DA1F24879918}"/>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6</a:t>
            </a:fld>
            <a:endParaRPr lang="en-US" dirty="0"/>
          </a:p>
        </p:txBody>
      </p:sp>
      <p:sp>
        <p:nvSpPr>
          <p:cNvPr id="7" name="Content Placeholder 6">
            <a:extLst>
              <a:ext uri="{FF2B5EF4-FFF2-40B4-BE49-F238E27FC236}">
                <a16:creationId xmlns:a16="http://schemas.microsoft.com/office/drawing/2014/main" id="{6CD69619-316F-6E56-2E70-5D7C15A8E33A}"/>
              </a:ext>
            </a:extLst>
          </p:cNvPr>
          <p:cNvSpPr>
            <a:spLocks noGrp="1"/>
          </p:cNvSpPr>
          <p:nvPr>
            <p:ph sz="quarter" idx="36"/>
          </p:nvPr>
        </p:nvSpPr>
        <p:spPr/>
        <p:txBody>
          <a:bodyPr/>
          <a:lstStyle/>
          <a:p>
            <a:endParaRPr lang="en-US" dirty="0">
              <a:effectLst/>
              <a:latin typeface="Helvetica" pitchFamily="2" charset="0"/>
            </a:endParaRPr>
          </a:p>
          <a:p>
            <a:r>
              <a:rPr lang="en-US" b="0" i="0" dirty="0">
                <a:effectLst/>
                <a:latin typeface="Helvetica" pitchFamily="2" charset="0"/>
              </a:rPr>
              <a:t>﻿Processor: Intel or AMD processor</a:t>
            </a:r>
            <a:endParaRPr lang="en-US" dirty="0">
              <a:effectLst/>
              <a:latin typeface="Helvetica" pitchFamily="2" charset="0"/>
            </a:endParaRPr>
          </a:p>
          <a:p>
            <a:r>
              <a:rPr lang="en-US" b="0" i="0" dirty="0">
                <a:effectLst/>
                <a:latin typeface="Helvetica" pitchFamily="2" charset="0"/>
              </a:rPr>
              <a:t>﻿RAM: Minimum 2 GB</a:t>
            </a:r>
            <a:endParaRPr lang="en-US" dirty="0">
              <a:effectLst/>
              <a:latin typeface="Helvetica" pitchFamily="2" charset="0"/>
            </a:endParaRPr>
          </a:p>
          <a:p>
            <a:r>
              <a:rPr lang="en-US" b="0" i="0" dirty="0">
                <a:effectLst/>
                <a:latin typeface="Helvetica" pitchFamily="2" charset="0"/>
              </a:rPr>
              <a:t>﻿Hard Disk: At least 500 MB of free storage space</a:t>
            </a:r>
            <a:endParaRPr lang="en-US" dirty="0">
              <a:effectLst/>
              <a:latin typeface="Helvetica" pitchFamily="2" charset="0"/>
            </a:endParaRPr>
          </a:p>
          <a:p>
            <a:r>
              <a:rPr lang="en-US" b="0" i="0" dirty="0">
                <a:effectLst/>
                <a:latin typeface="Helvetica" pitchFamily="2" charset="0"/>
              </a:rPr>
              <a:t>﻿Input Devices: Keyboard</a:t>
            </a:r>
            <a:endParaRPr lang="en-US" dirty="0">
              <a:effectLst/>
              <a:latin typeface="Helvetica" pitchFamily="2" charset="0"/>
            </a:endParaRPr>
          </a:p>
          <a:p>
            <a:r>
              <a:rPr lang="en-US" b="0" i="0" dirty="0">
                <a:effectLst/>
                <a:latin typeface="Helvetica" pitchFamily="2" charset="0"/>
              </a:rPr>
              <a:t>﻿Output Devices: Monitor</a:t>
            </a:r>
            <a:endParaRPr lang="en-US" dirty="0">
              <a:effectLst/>
              <a:latin typeface="Helvetica" pitchFamily="2" charset="0"/>
            </a:endParaRPr>
          </a:p>
          <a:p>
            <a:r>
              <a:rPr lang="en-US" b="0" i="0" dirty="0">
                <a:effectLst/>
                <a:latin typeface="Helvetica" pitchFamily="2" charset="0"/>
              </a:rPr>
              <a:t>These hardware requirements are sufficient to compile and execute the program smoothly on a personal computer.</a:t>
            </a:r>
            <a:endParaRPr lang="en-US" dirty="0">
              <a:effectLst/>
              <a:latin typeface="Helvetica" pitchFamily="2" charset="0"/>
            </a:endParaRPr>
          </a:p>
          <a:p>
            <a:pPr marL="0" indent="0">
              <a:buNone/>
            </a:pPr>
            <a:endParaRPr lang="en-US" dirty="0"/>
          </a:p>
        </p:txBody>
      </p:sp>
    </p:spTree>
    <p:extLst>
      <p:ext uri="{BB962C8B-B14F-4D97-AF65-F5344CB8AC3E}">
        <p14:creationId xmlns:p14="http://schemas.microsoft.com/office/powerpoint/2010/main" val="79695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C776B-5F16-1E79-A0AF-E8BE66A173D2}"/>
              </a:ext>
            </a:extLst>
          </p:cNvPr>
          <p:cNvSpPr>
            <a:spLocks noGrp="1"/>
          </p:cNvSpPr>
          <p:nvPr>
            <p:ph type="title"/>
          </p:nvPr>
        </p:nvSpPr>
        <p:spPr/>
        <p:txBody>
          <a:bodyPr/>
          <a:lstStyle/>
          <a:p>
            <a:br>
              <a:rPr lang="en-US" dirty="0">
                <a:solidFill>
                  <a:srgbClr val="000000"/>
                </a:solidFill>
                <a:effectLst/>
                <a:latin typeface=".AppleSystemUIFont"/>
              </a:rPr>
            </a:br>
            <a:endParaRPr lang="en-US" dirty="0"/>
          </a:p>
        </p:txBody>
      </p:sp>
      <p:sp>
        <p:nvSpPr>
          <p:cNvPr id="3" name="Content Placeholder 2">
            <a:extLst>
              <a:ext uri="{FF2B5EF4-FFF2-40B4-BE49-F238E27FC236}">
                <a16:creationId xmlns:a16="http://schemas.microsoft.com/office/drawing/2014/main" id="{0249ADD0-A761-5FE8-3538-FA8032E8F044}"/>
              </a:ext>
            </a:extLst>
          </p:cNvPr>
          <p:cNvSpPr>
            <a:spLocks noGrp="1"/>
          </p:cNvSpPr>
          <p:nvPr>
            <p:ph sz="quarter" idx="14"/>
          </p:nvPr>
        </p:nvSpPr>
        <p:spPr/>
        <p:txBody>
          <a:bodyPr/>
          <a:lstStyle/>
          <a:p>
            <a:r>
              <a:rPr lang="en-US" b="0" i="0" dirty="0">
                <a:solidFill>
                  <a:srgbClr val="000000"/>
                </a:solidFill>
                <a:effectLst/>
                <a:highlight>
                  <a:srgbClr val="C0C0C0"/>
                </a:highlight>
                <a:latin typeface=".SFUI-Regular"/>
              </a:rPr>
              <a:t>• </a:t>
            </a:r>
            <a:r>
              <a:rPr lang="en-US" b="1" i="0" dirty="0">
                <a:solidFill>
                  <a:srgbClr val="000000"/>
                </a:solidFill>
                <a:effectLst/>
                <a:highlight>
                  <a:srgbClr val="C0C0C0"/>
                </a:highlight>
                <a:latin typeface=".SFUI-Semibold"/>
              </a:rPr>
              <a:t>Displaying Records:</a:t>
            </a:r>
            <a:r>
              <a:rPr lang="en-US" b="0" i="0" dirty="0">
                <a:solidFill>
                  <a:srgbClr val="000000"/>
                </a:solidFill>
                <a:effectLst/>
                <a:highlight>
                  <a:srgbClr val="C0C0C0"/>
                </a:highlight>
                <a:latin typeface=".SFUI-Regular"/>
              </a:rPr>
              <a:t> View a complete list of all registered students in a structured format.</a:t>
            </a:r>
            <a:endParaRPr lang="en-US" dirty="0">
              <a:solidFill>
                <a:srgbClr val="000000"/>
              </a:solidFill>
              <a:effectLst/>
              <a:highlight>
                <a:srgbClr val="C0C0C0"/>
              </a:highlight>
              <a:latin typeface=".AppleSystemUIFont"/>
            </a:endParaRPr>
          </a:p>
          <a:p>
            <a:r>
              <a:rPr lang="en-US" b="0" i="0" dirty="0">
                <a:solidFill>
                  <a:srgbClr val="000000"/>
                </a:solidFill>
                <a:effectLst/>
                <a:highlight>
                  <a:srgbClr val="C0C0C0"/>
                </a:highlight>
                <a:latin typeface=".SFUI-Regular"/>
              </a:rPr>
              <a:t>• </a:t>
            </a:r>
            <a:r>
              <a:rPr lang="en-US" b="1" i="0" dirty="0">
                <a:solidFill>
                  <a:srgbClr val="000000"/>
                </a:solidFill>
                <a:effectLst/>
                <a:highlight>
                  <a:srgbClr val="C0C0C0"/>
                </a:highlight>
                <a:latin typeface=".SFUI-Semibold"/>
              </a:rPr>
              <a:t>Searching Records:</a:t>
            </a:r>
            <a:r>
              <a:rPr lang="en-US" b="0" i="0" dirty="0">
                <a:solidFill>
                  <a:srgbClr val="000000"/>
                </a:solidFill>
                <a:effectLst/>
                <a:highlight>
                  <a:srgbClr val="C0C0C0"/>
                </a:highlight>
                <a:latin typeface=".SFUI-Regular"/>
              </a:rPr>
              <a:t> Quick access to specific information by querying the unique Aadhar number.</a:t>
            </a:r>
            <a:endParaRPr lang="en-US" dirty="0">
              <a:solidFill>
                <a:srgbClr val="000000"/>
              </a:solidFill>
              <a:effectLst/>
              <a:highlight>
                <a:srgbClr val="C0C0C0"/>
              </a:highlight>
              <a:latin typeface=".AppleSystemUIFont"/>
            </a:endParaRPr>
          </a:p>
          <a:p>
            <a:r>
              <a:rPr lang="en-US" b="0" i="0" dirty="0">
                <a:solidFill>
                  <a:srgbClr val="000000"/>
                </a:solidFill>
                <a:effectLst/>
                <a:highlight>
                  <a:srgbClr val="C0C0C0"/>
                </a:highlight>
                <a:latin typeface=".SFUI-Regular"/>
              </a:rPr>
              <a:t>• </a:t>
            </a:r>
            <a:r>
              <a:rPr lang="en-US" b="1" i="0" dirty="0">
                <a:solidFill>
                  <a:srgbClr val="000000"/>
                </a:solidFill>
                <a:effectLst/>
                <a:highlight>
                  <a:srgbClr val="C0C0C0"/>
                </a:highlight>
                <a:latin typeface=".SFUI-Semibold"/>
              </a:rPr>
              <a:t>User Interface:</a:t>
            </a:r>
            <a:r>
              <a:rPr lang="en-US" b="0" i="0" dirty="0">
                <a:solidFill>
                  <a:srgbClr val="000000"/>
                </a:solidFill>
                <a:effectLst/>
                <a:highlight>
                  <a:srgbClr val="C0C0C0"/>
                </a:highlight>
                <a:latin typeface=".SFUI-Regular"/>
              </a:rPr>
              <a:t> A simple, menu-driven command-line interface.</a:t>
            </a:r>
            <a:endParaRPr lang="en-US" dirty="0">
              <a:solidFill>
                <a:srgbClr val="000000"/>
              </a:solidFill>
              <a:effectLst/>
              <a:highlight>
                <a:srgbClr val="C0C0C0"/>
              </a:highlight>
              <a:latin typeface=".AppleSystemUIFont"/>
            </a:endParaRPr>
          </a:p>
          <a:p>
            <a:endParaRPr lang="en-US" dirty="0"/>
          </a:p>
        </p:txBody>
      </p:sp>
      <p:sp>
        <p:nvSpPr>
          <p:cNvPr id="6" name="Title 1">
            <a:extLst>
              <a:ext uri="{FF2B5EF4-FFF2-40B4-BE49-F238E27FC236}">
                <a16:creationId xmlns:a16="http://schemas.microsoft.com/office/drawing/2014/main" id="{A8DCF5C1-0423-6ACE-C1C9-B6615FBC8C2B}"/>
              </a:ext>
            </a:extLst>
          </p:cNvPr>
          <p:cNvSpPr>
            <a:spLocks noGrp="1"/>
          </p:cNvSpPr>
          <p:nvPr/>
        </p:nvSpPr>
        <p:spPr>
          <a:xfrm>
            <a:off x="838199" y="808181"/>
            <a:ext cx="7994074" cy="2203703"/>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kern="1200" cap="all" spc="0" baseline="0">
                <a:solidFill>
                  <a:schemeClr val="accent3">
                    <a:lumMod val="75000"/>
                  </a:schemeClr>
                </a:solidFill>
                <a:latin typeface="+mj-lt"/>
                <a:ea typeface="+mj-ea"/>
                <a:cs typeface="Biome" panose="020B0503030204020804" pitchFamily="34" charset="0"/>
              </a:defRPr>
            </a:lvl1pPr>
          </a:lstStyle>
          <a:p>
            <a:r>
              <a:rPr lang="en-IN" b="1" dirty="0">
                <a:latin typeface="Helvetica" pitchFamily="2" charset="0"/>
              </a:rPr>
              <a:t>System operations</a:t>
            </a:r>
            <a:br>
              <a:rPr lang="en-US" b="1" dirty="0">
                <a:effectLst/>
                <a:latin typeface="Helvetica" pitchFamily="2" charset="0"/>
              </a:rPr>
            </a:br>
            <a:endParaRPr lang="en-US" b="1" dirty="0"/>
          </a:p>
        </p:txBody>
      </p:sp>
    </p:spTree>
    <p:extLst>
      <p:ext uri="{BB962C8B-B14F-4D97-AF65-F5344CB8AC3E}">
        <p14:creationId xmlns:p14="http://schemas.microsoft.com/office/powerpoint/2010/main" val="3240498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DD235-9553-AEEE-EDAB-07D8385C548C}"/>
              </a:ext>
            </a:extLst>
          </p:cNvPr>
          <p:cNvSpPr>
            <a:spLocks noGrp="1"/>
          </p:cNvSpPr>
          <p:nvPr>
            <p:ph type="title"/>
          </p:nvPr>
        </p:nvSpPr>
        <p:spPr/>
        <p:txBody>
          <a:bodyPr/>
          <a:lstStyle/>
          <a:p>
            <a:r>
              <a:rPr lang="en-IN" b="1" dirty="0"/>
              <a:t>Conclusion</a:t>
            </a:r>
            <a:r>
              <a:rPr lang="en-IN" dirty="0"/>
              <a:t> </a:t>
            </a:r>
            <a:endParaRPr lang="en-US" dirty="0"/>
          </a:p>
        </p:txBody>
      </p:sp>
      <p:sp>
        <p:nvSpPr>
          <p:cNvPr id="6" name="Table Placeholder 5">
            <a:extLst>
              <a:ext uri="{FF2B5EF4-FFF2-40B4-BE49-F238E27FC236}">
                <a16:creationId xmlns:a16="http://schemas.microsoft.com/office/drawing/2014/main" id="{C37EF315-AF06-79D2-DADC-F6BA5421236E}"/>
              </a:ext>
            </a:extLst>
          </p:cNvPr>
          <p:cNvSpPr>
            <a:spLocks noGrp="1"/>
          </p:cNvSpPr>
          <p:nvPr>
            <p:ph type="tbl" sz="quarter" idx="37"/>
          </p:nvPr>
        </p:nvSpPr>
        <p:spPr>
          <a:xfrm>
            <a:off x="6040005" y="-749350"/>
            <a:ext cx="6705600" cy="6048375"/>
          </a:xfrm>
        </p:spPr>
      </p:sp>
      <p:sp>
        <p:nvSpPr>
          <p:cNvPr id="9" name="TextBox 8">
            <a:extLst>
              <a:ext uri="{FF2B5EF4-FFF2-40B4-BE49-F238E27FC236}">
                <a16:creationId xmlns:a16="http://schemas.microsoft.com/office/drawing/2014/main" id="{E7F2BA58-AE54-0DD8-0B5C-F32BB3FBA755}"/>
              </a:ext>
            </a:extLst>
          </p:cNvPr>
          <p:cNvSpPr txBox="1"/>
          <p:nvPr/>
        </p:nvSpPr>
        <p:spPr>
          <a:xfrm>
            <a:off x="5895977" y="1558975"/>
            <a:ext cx="6279283" cy="2308324"/>
          </a:xfrm>
          <a:prstGeom prst="rect">
            <a:avLst/>
          </a:prstGeom>
          <a:noFill/>
        </p:spPr>
        <p:txBody>
          <a:bodyPr wrap="square">
            <a:spAutoFit/>
          </a:bodyPr>
          <a:lstStyle/>
          <a:p>
            <a:pPr>
              <a:buNone/>
            </a:pPr>
            <a:r>
              <a:rPr lang="en-US" b="1" i="0" dirty="0">
                <a:effectLst/>
                <a:highlight>
                  <a:srgbClr val="C0C0C0"/>
                </a:highlight>
                <a:latin typeface="UICTFontTextStyleEmphasizedBody"/>
              </a:rPr>
              <a:t>Summary:</a:t>
            </a:r>
            <a:r>
              <a:rPr lang="en-US" b="0" i="0" dirty="0">
                <a:effectLst/>
                <a:highlight>
                  <a:srgbClr val="C0C0C0"/>
                </a:highlight>
                <a:latin typeface="UICTFontTextStyleBody"/>
              </a:rPr>
              <a:t> The project successfully demonstrates the use of C for practical data management.</a:t>
            </a:r>
            <a:endParaRPr lang="en-US" dirty="0">
              <a:effectLst/>
              <a:highlight>
                <a:srgbClr val="C0C0C0"/>
              </a:highlight>
              <a:latin typeface=".AppleSystemUIFont"/>
            </a:endParaRPr>
          </a:p>
          <a:p>
            <a:pPr>
              <a:buNone/>
            </a:pPr>
            <a:r>
              <a:rPr lang="en-US" b="0" i="0" dirty="0">
                <a:effectLst/>
                <a:highlight>
                  <a:srgbClr val="C0C0C0"/>
                </a:highlight>
                <a:latin typeface="UICTFontTextStyleBody"/>
              </a:rPr>
              <a:t>• </a:t>
            </a:r>
            <a:r>
              <a:rPr lang="en-US" b="1" i="0" dirty="0">
                <a:effectLst/>
                <a:highlight>
                  <a:srgbClr val="C0C0C0"/>
                </a:highlight>
                <a:latin typeface="UICTFontTextStyleEmphasizedBody"/>
              </a:rPr>
              <a:t>Learning Outcomes:</a:t>
            </a:r>
            <a:r>
              <a:rPr lang="en-US" b="0" i="0" dirty="0">
                <a:effectLst/>
                <a:highlight>
                  <a:srgbClr val="C0C0C0"/>
                </a:highlight>
                <a:latin typeface="UICTFontTextStyleBody"/>
              </a:rPr>
              <a:t> Strengthened understanding of loops, structures, and string handling.</a:t>
            </a:r>
            <a:endParaRPr lang="en-US" dirty="0">
              <a:effectLst/>
              <a:highlight>
                <a:srgbClr val="C0C0C0"/>
              </a:highlight>
              <a:latin typeface=".AppleSystemUIFont"/>
            </a:endParaRPr>
          </a:p>
          <a:p>
            <a:pPr>
              <a:buNone/>
            </a:pPr>
            <a:r>
              <a:rPr lang="en-US" b="0" i="0" dirty="0">
                <a:effectLst/>
                <a:highlight>
                  <a:srgbClr val="C0C0C0"/>
                </a:highlight>
                <a:latin typeface="UICTFontTextStyleBody"/>
              </a:rPr>
              <a:t>• </a:t>
            </a:r>
            <a:r>
              <a:rPr lang="en-US" b="1" i="0" dirty="0">
                <a:effectLst/>
                <a:highlight>
                  <a:srgbClr val="C0C0C0"/>
                </a:highlight>
                <a:latin typeface="UICTFontTextStyleEmphasizedBody"/>
              </a:rPr>
              <a:t>Future Enhancements:</a:t>
            </a:r>
            <a:endParaRPr lang="en-US" dirty="0">
              <a:effectLst/>
              <a:highlight>
                <a:srgbClr val="C0C0C0"/>
              </a:highlight>
              <a:latin typeface=".AppleSystemUIFont"/>
            </a:endParaRPr>
          </a:p>
          <a:p>
            <a:pPr>
              <a:buNone/>
            </a:pPr>
            <a:r>
              <a:rPr lang="en-US" b="0" i="0" dirty="0">
                <a:effectLst/>
                <a:highlight>
                  <a:srgbClr val="C0C0C0"/>
                </a:highlight>
                <a:latin typeface="UICTFontTextStyleBody"/>
              </a:rPr>
              <a:t>• File handling for permanent data storage.</a:t>
            </a:r>
            <a:endParaRPr lang="en-US" dirty="0">
              <a:effectLst/>
              <a:highlight>
                <a:srgbClr val="C0C0C0"/>
              </a:highlight>
              <a:latin typeface=".AppleSystemUIFont"/>
            </a:endParaRPr>
          </a:p>
          <a:p>
            <a:pPr>
              <a:buNone/>
            </a:pPr>
            <a:r>
              <a:rPr lang="en-US" b="0" i="0" dirty="0">
                <a:effectLst/>
                <a:highlight>
                  <a:srgbClr val="C0C0C0"/>
                </a:highlight>
                <a:latin typeface="UICTFontTextStyleBody"/>
              </a:rPr>
              <a:t>• Update and Delete functionality.</a:t>
            </a:r>
            <a:endParaRPr lang="en-US" dirty="0">
              <a:effectLst/>
              <a:highlight>
                <a:srgbClr val="C0C0C0"/>
              </a:highlight>
              <a:latin typeface=".AppleSystemUIFont"/>
            </a:endParaRPr>
          </a:p>
          <a:p>
            <a:pPr>
              <a:buNone/>
            </a:pPr>
            <a:r>
              <a:rPr lang="en-US" b="0" i="0" dirty="0">
                <a:effectLst/>
                <a:highlight>
                  <a:srgbClr val="C0C0C0"/>
                </a:highlight>
                <a:latin typeface="UICTFontTextStyleBody"/>
              </a:rPr>
              <a:t>• Advanced input validation for better reliability.</a:t>
            </a:r>
            <a:endParaRPr lang="en-US" dirty="0">
              <a:effectLst/>
              <a:highlight>
                <a:srgbClr val="C0C0C0"/>
              </a:highlight>
              <a:latin typeface=".AppleSystemUIFont"/>
            </a:endParaRPr>
          </a:p>
        </p:txBody>
      </p:sp>
    </p:spTree>
    <p:extLst>
      <p:ext uri="{BB962C8B-B14F-4D97-AF65-F5344CB8AC3E}">
        <p14:creationId xmlns:p14="http://schemas.microsoft.com/office/powerpoint/2010/main" val="2617455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3A1B9-9642-1B54-2F52-0E58F0DC935D}"/>
              </a:ext>
            </a:extLst>
          </p:cNvPr>
          <p:cNvSpPr>
            <a:spLocks noGrp="1"/>
          </p:cNvSpPr>
          <p:nvPr>
            <p:ph type="title"/>
          </p:nvPr>
        </p:nvSpPr>
        <p:spPr/>
        <p:txBody>
          <a:bodyPr/>
          <a:lstStyle/>
          <a:p>
            <a:r>
              <a:rPr lang="en-IN" b="1" dirty="0"/>
              <a:t>Thank you</a:t>
            </a:r>
            <a:endParaRPr lang="en-US" b="1" dirty="0"/>
          </a:p>
        </p:txBody>
      </p:sp>
      <p:sp>
        <p:nvSpPr>
          <p:cNvPr id="3" name="Content Placeholder 2">
            <a:extLst>
              <a:ext uri="{FF2B5EF4-FFF2-40B4-BE49-F238E27FC236}">
                <a16:creationId xmlns:a16="http://schemas.microsoft.com/office/drawing/2014/main" id="{E5AA2870-A2EC-673D-6033-80AAF6D3B635}"/>
              </a:ext>
            </a:extLst>
          </p:cNvPr>
          <p:cNvSpPr>
            <a:spLocks noGrp="1"/>
          </p:cNvSpPr>
          <p:nvPr>
            <p:ph sz="quarter" idx="14"/>
          </p:nvPr>
        </p:nvSpPr>
        <p:spPr/>
        <p:txBody>
          <a:bodyPr/>
          <a:lstStyle/>
          <a:p>
            <a:r>
              <a:rPr lang="en-IN" i="1" dirty="0"/>
              <a:t>Presented by :</a:t>
            </a:r>
          </a:p>
          <a:p>
            <a:r>
              <a:rPr lang="en-IN" i="1" dirty="0"/>
              <a:t>Anand </a:t>
            </a:r>
            <a:r>
              <a:rPr lang="en-IN" i="1" dirty="0" err="1"/>
              <a:t>jaswanth</a:t>
            </a:r>
            <a:r>
              <a:rPr lang="en-IN" i="1" dirty="0"/>
              <a:t> -25A31A04I5</a:t>
            </a:r>
          </a:p>
          <a:p>
            <a:r>
              <a:rPr lang="en-IN" i="1" dirty="0"/>
              <a:t>Md Haneef – 25A31A04I4</a:t>
            </a:r>
          </a:p>
          <a:p>
            <a:r>
              <a:rPr lang="en-IN" i="1" dirty="0"/>
              <a:t>Indu Harshitha – 25A31A04F4</a:t>
            </a:r>
          </a:p>
          <a:p>
            <a:r>
              <a:rPr lang="en-IN" i="1" dirty="0"/>
              <a:t>Mahima – 25A31A04F3</a:t>
            </a:r>
            <a:endParaRPr lang="en-US" i="1" dirty="0"/>
          </a:p>
        </p:txBody>
      </p:sp>
    </p:spTree>
    <p:extLst>
      <p:ext uri="{BB962C8B-B14F-4D97-AF65-F5344CB8AC3E}">
        <p14:creationId xmlns:p14="http://schemas.microsoft.com/office/powerpoint/2010/main" val="639496292"/>
      </p:ext>
    </p:extLst>
  </p:cSld>
  <p:clrMapOvr>
    <a:masterClrMapping/>
  </p:clrMapOvr>
</p:sld>
</file>

<file path=ppt/theme/theme1.xml><?xml version="1.0" encoding="utf-8"?>
<a:theme xmlns:a="http://schemas.openxmlformats.org/drawingml/2006/main" name="Custom">
  <a:themeElements>
    <a:clrScheme name="Custom 17">
      <a:dk1>
        <a:srgbClr val="000000"/>
      </a:dk1>
      <a:lt1>
        <a:srgbClr val="FFFFFF"/>
      </a:lt1>
      <a:dk2>
        <a:srgbClr val="FC4EFB"/>
      </a:dk2>
      <a:lt2>
        <a:srgbClr val="E7E6E6"/>
      </a:lt2>
      <a:accent1>
        <a:srgbClr val="FAF24C"/>
      </a:accent1>
      <a:accent2>
        <a:srgbClr val="5EFCAC"/>
      </a:accent2>
      <a:accent3>
        <a:srgbClr val="73EBF9"/>
      </a:accent3>
      <a:accent4>
        <a:srgbClr val="316CFC"/>
      </a:accent4>
      <a:accent5>
        <a:srgbClr val="B059FD"/>
      </a:accent5>
      <a:accent6>
        <a:srgbClr val="9405FC"/>
      </a:accent6>
      <a:hlink>
        <a:srgbClr val="FFFFFF"/>
      </a:hlink>
      <a:folHlink>
        <a:srgbClr val="FFFFFF"/>
      </a:folHlink>
    </a:clrScheme>
    <a:fontScheme name="Custom 15">
      <a:majorFont>
        <a:latin typeface="Biome"/>
        <a:ea typeface=""/>
        <a:cs typeface=""/>
      </a:majorFont>
      <a:minorFont>
        <a:latin typeface="Arial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36837_win32_SL_V11" id="{EAD6EF7B-6F25-4469-AF6A-07D6EB1461DD}" vid="{30FEA78B-2F89-4FF0-8415-E3920802C5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4137456-21FC-4AE2-8A94-BF06CAF2EB9B}">
  <ds:schemaRefs>
    <ds:schemaRef ds:uri="http://schemas.microsoft.com/sharepoint/v3/contenttype/forms"/>
  </ds:schemaRefs>
</ds:datastoreItem>
</file>

<file path=customXml/itemProps2.xml><?xml version="1.0" encoding="utf-8"?>
<ds:datastoreItem xmlns:ds="http://schemas.openxmlformats.org/officeDocument/2006/customXml" ds:itemID="{E305301E-11B3-4B9D-A588-21F3C9809371}">
  <ds:schemaRefs>
    <ds:schemaRef ds:uri="http://schemas.microsoft.com/office/2006/metadata/properties"/>
    <ds:schemaRef ds:uri="http://www.w3.org/2000/xmlns/"/>
    <ds:schemaRef ds:uri="http://schemas.microsoft.com/sharepoint/v3"/>
    <ds:schemaRef ds:uri="http://www.w3.org/2001/XMLSchema-instance"/>
    <ds:schemaRef ds:uri="71af3243-3dd4-4a8d-8c0d-dd76da1f02a5"/>
    <ds:schemaRef ds:uri="http://schemas.microsoft.com/office/infopath/2007/PartnerControls"/>
    <ds:schemaRef ds:uri="230e9df3-be65-4c73-a93b-d1236ebd677e"/>
  </ds:schemaRefs>
</ds:datastoreItem>
</file>

<file path=customXml/itemProps3.xml><?xml version="1.0" encoding="utf-8"?>
<ds:datastoreItem xmlns:ds="http://schemas.openxmlformats.org/officeDocument/2006/customXml" ds:itemID="{C77B561B-3A65-4A22-9691-EB838E7F9B87}">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sharepoint/v3"/>
    <ds:schemaRef ds:uri="71af3243-3dd4-4a8d-8c0d-dd76da1f02a5"/>
    <ds:schemaRef ds:uri="16c05727-aa75-4e4a-9b5f-8a80a1165891"/>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3</TotalTime>
  <Words>430</Words>
  <Application>Microsoft Office PowerPoint</Application>
  <PresentationFormat>Widescreen</PresentationFormat>
  <Paragraphs>133</Paragraphs>
  <Slides>9</Slides>
  <Notes>6</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Custom</vt:lpstr>
      <vt:lpstr>Student Management System</vt:lpstr>
      <vt:lpstr>Student Management System</vt:lpstr>
      <vt:lpstr>ABSTRACT </vt:lpstr>
      <vt:lpstr>INTRODUCTION</vt:lpstr>
      <vt:lpstr>SOFTWARE REQUIREMENTS</vt:lpstr>
      <vt:lpstr>HARDWARE REQUIREMENTS </vt:lpstr>
      <vt:lpstr> </vt:lpstr>
      <vt:lpstr>Conclusion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dc:title>
  <dc:creator>Anand satya jaswanth palakurthi</dc:creator>
  <cp:lastModifiedBy>Anand satya jaswanth palakurthi</cp:lastModifiedBy>
  <cp:revision>2</cp:revision>
  <dcterms:created xsi:type="dcterms:W3CDTF">2025-12-23T07:18:34Z</dcterms:created>
  <dcterms:modified xsi:type="dcterms:W3CDTF">2025-12-23T07:51:25Z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